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gif" ContentType="image/gif"/>
  <Default Extension="webp" ContentType="image/webp"/>
  <Default Extension="emf" ContentType="image/x-emf"/>
  <Default Extension="svg" ContentType="image/svg+xml"/>
  <Default Extension="xlsx" ContentType="application/vnd.openxmlformats-officedocument.spreadsheetml.sheet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9791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7010" y="1600200"/>
            <a:ext cx="4039791" cy="4525963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 rtlCol="0">
            <a:no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1/1/2026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r>
              <a:rPr lang="en-US"/>
              <a:t>Footer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 rtlCol="0"/>
          <a:lstStyle/>
          <a:p>
            <a:fld id="{B6F15528-21DE-4FAA-801E-634DDDAF4B2B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49" r:id="rId1"/>
    <p:sldLayoutId id="2147484650" r:id="rId2"/>
    <p:sldLayoutId id="2147484651" r:id="rId3"/>
    <p:sldLayoutId id="2147484652" r:id="rId4"/>
    <p:sldLayoutId id="2147484653" r:id="rId5"/>
  </p:sldLayoutIdLst>
  <p:txStyles>
    <p:titleStyle>
      <a:lvl1pPr algn="ctr">
        <a:buNone/>
        <a:defRPr sz="4400">
          <a:solidFill>
            <a:srgbClr val="000000"/>
          </a:solidFill>
          <a:latin typeface="Liberation Sans"/>
        </a:defRPr>
      </a:lvl1pPr>
    </p:titleStyle>
    <p:bodyStyle>
      <a:lvl1pPr marL="457200" indent="-285750" algn="l">
        <a:buSzPct val="100000"/>
        <a:buFont typeface="Arial"/>
        <a:buChar char="•"/>
        <a:defRPr sz="3200">
          <a:solidFill>
            <a:srgbClr val="000000"/>
          </a:solidFill>
          <a:latin typeface="Liberation Sans"/>
        </a:defRPr>
      </a:lvl1pPr>
      <a:lvl2pPr marL="914400" indent="-285750" algn="l">
        <a:buSzPct val="100000"/>
        <a:buFont typeface="Arial"/>
        <a:buChar char="•"/>
        <a:defRPr sz="2800">
          <a:solidFill>
            <a:srgbClr val="000000"/>
          </a:solidFill>
          <a:latin typeface="Liberation Sans"/>
        </a:defRPr>
      </a:lvl2pPr>
      <a:lvl3pPr marL="1371600" indent="-285750" algn="l">
        <a:buSzPct val="100000"/>
        <a:buFont typeface="Arial"/>
        <a:buChar char="•"/>
        <a:defRPr sz="2400">
          <a:solidFill>
            <a:srgbClr val="000000"/>
          </a:solidFill>
          <a:latin typeface="Liberation Sans"/>
        </a:defRPr>
      </a:lvl3pPr>
      <a:lvl4pPr marL="1828800" indent="-285750" algn="l">
        <a:buSzPct val="100000"/>
        <a:buFont typeface="Arial"/>
        <a:buChar char="•"/>
        <a:defRPr sz="2000">
          <a:solidFill>
            <a:srgbClr val="000000"/>
          </a:solidFill>
          <a:latin typeface="Liberation Sans"/>
        </a:defRPr>
      </a:lvl4pPr>
      <a:lvl5pPr marL="2286000" indent="-285750" algn="l">
        <a:buSzPct val="100000"/>
        <a:buFont typeface="Arial"/>
        <a:buChar char="•"/>
        <a:defRPr sz="2000">
          <a:solidFill>
            <a:srgbClr val="000000"/>
          </a:solidFill>
          <a:latin typeface="Liberation Sans"/>
        </a:defRPr>
      </a:lvl5pPr>
    </p:bodyStyle>
    <p:otherStyle>
      <a:lvl1pPr>
        <a:defRPr sz="1800">
          <a:solidFill>
            <a:srgbClr val="000000"/>
          </a:solidFill>
          <a:latin typeface="Liberation San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4400" b="0" strike="noStrike" spc="-1"/>
              <a:t>Old shape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3200" b="0" strike="noStrike" spc="-1"/>
              <a:t>4:3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4400" b="0" strike="noStrike" spc="-1"/>
              <a:t>Two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9791" cy="4525963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2800" b="0" strike="noStrike" spc="-1"/>
              <a:t>Left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/>
          </p:nvPr>
        </p:nvSpPr>
        <p:spPr>
          <a:xfrm>
            <a:off x="4647010" y="1600200"/>
            <a:ext cx="4039791" cy="4525963"/>
          </a:xfrm>
          <a:prstGeom prst="rect">
            <a:avLst/>
          </a:prstGeom>
          <a:ln>
            <a:noFill/>
          </a:ln>
        </p:spPr>
        <p:txBody>
          <a:bodyPr rtlCol="0"/>
          <a:lstStyle/>
          <a:p>
            <a:r>
              <a:rPr lang="en-US" sz="2800" b="0" strike="noStrike" spc="-1"/>
              <a:t>Right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LibreOffice/7.6.4.1$Linux_X86_64</Application>
  <Slides>2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Four by three</dc:title>
  <dc:creator>Corpus</dc:creator>
  <dcterms:created xsi:type="dcterms:W3CDTF">2026-01-01T00:00:00Z</dcterms:created>
  <dcterms:modified xsi:type="dcterms:W3CDTF">2026-01-01T00:00:00Z</dcterms:modified>
</cp:coreProperties>
</file>