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anchor="ctr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anchor="ctr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anchor="ctr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 rtlCol="0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  <p:sldLayoutId id="2147484654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Levels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en-US" dirty="0"/>
              <a:t>Level 1</a:t>
            </a:r>
            <a:endParaRPr lang="en-US" dirty="0"/>
          </a:p>
          <a:p>
            <a:pPr lvl="1"/>
            <a:r>
              <a:rPr lang="en-US" dirty="0"/>
              <a:t>Level 2</a:t>
            </a:r>
            <a:endParaRPr lang="en-US" dirty="0"/>
          </a:p>
          <a:p>
            <a:pPr lvl="2"/>
            <a:r>
              <a:rPr lang="en-US" dirty="0"/>
              <a:t>Level 3</a:t>
            </a:r>
            <a:endParaRPr lang="en-US" dirty="0"/>
          </a:p>
          <a:p>
            <a:pPr lvl="3"/>
            <a:r>
              <a:rPr lang="en-US" dirty="0"/>
              <a:t>Level 4</a:t>
            </a:r>
            <a:endParaRPr lang="en-US" dirty="0"/>
          </a:p>
          <a:p>
            <a:pPr lvl="4"/>
            <a:r>
              <a:rPr lang="en-US" dirty="0"/>
              <a:t>Level 5</a:t>
            </a:r>
            <a:endParaRPr lang="en-US" dirty="0"/>
          </a:p>
          <a:p>
            <a:pPr lvl="5"/>
            <a:r>
              <a:rPr lang="en-US" dirty="0"/>
              <a:t>Level 6</a:t>
            </a:r>
            <a:endParaRPr lang="en-US" dirty="0"/>
          </a:p>
          <a:p>
            <a:pPr lvl="6"/>
            <a:r>
              <a:rPr lang="en-US" dirty="0"/>
              <a:t>Level 7</a:t>
            </a:r>
            <a:endParaRPr lang="en-US" dirty="0"/>
          </a:p>
          <a:p>
            <a:pPr lvl="7"/>
            <a:r>
              <a:rPr lang="en-US" dirty="0"/>
              <a:t>Level 8</a:t>
            </a:r>
            <a:endParaRPr lang="en-US" dirty="0"/>
          </a:p>
          <a:p>
            <a:pPr lvl="8"/>
            <a:r>
              <a:rPr lang="en-US" dirty="0"/>
              <a:t>Level 9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Numbered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>
              <a:buAutoNum type="arabicPeriod"/>
            </a:pPr>
            <a:r>
              <a:rPr lang="en-US" dirty="0"/>
              <a:t>arabic period</a:t>
            </a:r>
            <a:endParaRPr lang="en-US" dirty="0"/>
          </a:p>
          <a:p>
            <a:pPr>
              <a:buAutoNum type="arabicParenR"/>
            </a:pPr>
            <a:r>
              <a:rPr lang="en-US" dirty="0"/>
              <a:t>arabic paren</a:t>
            </a:r>
            <a:endParaRPr lang="en-US" dirty="0"/>
          </a:p>
          <a:p>
            <a:pPr>
              <a:buAutoNum type="alphaLcPeriod" startAt="3"/>
            </a:pPr>
            <a:r>
              <a:rPr lang="en-US" dirty="0"/>
              <a:t>alpha lower</a:t>
            </a:r>
            <a:endParaRPr lang="en-US" dirty="0"/>
          </a:p>
          <a:p>
            <a:pPr>
              <a:buAutoNum type="alphaUcPeriod"/>
            </a:pPr>
            <a:r>
              <a:rPr lang="en-US" dirty="0"/>
              <a:t>alpha upper</a:t>
            </a:r>
            <a:endParaRPr lang="en-US" dirty="0"/>
          </a:p>
          <a:p>
            <a:pPr>
              <a:buAutoNum type="romanLcPeriod"/>
            </a:pPr>
            <a:r>
              <a:rPr lang="en-US" dirty="0"/>
              <a:t>roman lower</a:t>
            </a:r>
            <a:endParaRPr lang="en-US" dirty="0"/>
          </a:p>
          <a:p>
            <a:pPr>
              <a:buAutoNum type="romanUcPeriod"/>
            </a:pPr>
            <a:r>
              <a:rPr lang="en-US" dirty="0"/>
              <a:t>roman upper</a:t>
            </a:r>
            <a:endParaRPr lang="en-US" dirty="0"/>
          </a:p>
          <a:p>
            <a:pPr>
              <a:buFont typeface="Arial"/>
              <a:buChar char="★"/>
            </a:pPr>
            <a:r>
              <a:rPr lang="en-US" dirty="0"/>
              <a:t>a char</a:t>
            </a:r>
            <a:endParaRPr lang="en-US" dirty="0"/>
          </a:p>
          <a:p>
            <a:pPr>
              <a:buFont typeface="Wingdings"/>
              <a:buChar char="§"/>
            </a:pPr>
            <a:r>
              <a:rPr lang="en-US" dirty="0"/>
              <a:t>wingdings square</a:t>
            </a:r>
            <a:endParaRPr lang="en-US" dirty="0"/>
          </a:p>
          <a:p>
            <a:pPr>
              <a:buNone/>
            </a:pPr>
            <a:r>
              <a:rPr lang="en-US" dirty="0"/>
              <a:t>no bullet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Bullets</dc:title>
  <dc:creator>Corpus</dc:creator>
  <dcterms:created xsi:type="dcterms:W3CDTF">2026-01-01T00:00:00Z</dcterms:created>
  <dcterms:modified xsi:type="dcterms:W3CDTF">2026-01-01T00:00:00Z</dcterms:modified>
</cp:coreProperties>
</file>