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Zero and hidden</a:t>
            </a:r>
            <a:endParaRPr lang="en-US" dirty="0"/>
          </a:p>
        </p:txBody>
      </p:sp>
      <p:sp>
        <p:nvSpPr>
          <p:cNvPr id="3" name="Shape 2"/>
          <p:cNvSpPr/>
          <p:nvPr/>
        </p:nvSpPr>
        <p:spPr>
          <a:xfrm>
            <a:off x="914400" y="1828800"/>
            <a:ext cx="0" cy="0"/>
          </a:xfrm>
          <a:prstGeom prst="rect">
            <a:avLst/>
          </a:prstGeom>
          <a:solidFill>
            <a:srgbClr val="FF0000"/>
          </a:solidFill>
        </p:spPr>
      </p:sp>
      <p:sp>
        <p:nvSpPr>
          <p:cNvPr id="4" name="Shape 3" hidden="1"/>
          <p:cNvSpPr/>
          <p:nvPr/>
        </p:nvSpPr>
        <p:spPr>
          <a:xfrm>
            <a:off x="1828800" y="1828800"/>
            <a:ext cx="914400" cy="914400"/>
          </a:xfrm>
          <a:prstGeom prst="rect">
            <a:avLst/>
          </a:prstGeom>
          <a:solidFill>
            <a:srgbClr val="00FF00"/>
          </a:solidFill>
        </p:spPr>
        <p:txBody>
          <a:bodyPr rtlCol="0"/>
          <a:lstStyle/>
          <a:p>
            <a:r>
              <a:rPr lang="en-US" dirty="0"/>
              <a:t>never seen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2743200" y="1828800"/>
            <a:ext cx="914400" cy="914400"/>
          </a:xfrm>
          <a:prstGeom prst="rect">
            <a:avLst/>
          </a:prstGeom>
          <a:solidFill>
            <a:srgbClr val="AAAAAA"/>
          </a:solidFill>
        </p:spPr>
        <p:txBody>
          <a:bodyPr rtlCol="0"/>
          <a:lstStyle/>
          <a:p>
            <a:r>
              <a:rPr lang="en-US" dirty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Off the slide</a:t>
            </a:r>
            <a:endParaRPr lang="en-US" dirty="0"/>
          </a:p>
        </p:txBody>
      </p:sp>
      <p:sp>
        <p:nvSpPr>
          <p:cNvPr id="3" name="Shape 2"/>
          <p:cNvSpPr/>
          <p:nvPr/>
        </p:nvSpPr>
        <p:spPr>
          <a:xfrm>
            <a:off x="-1828800" y="-914400"/>
            <a:ext cx="2743200" cy="1828800"/>
          </a:xfrm>
          <a:prstGeom prst="rect">
            <a:avLst/>
          </a:prstGeom>
          <a:solidFill>
            <a:srgbClr val="0000FF"/>
          </a:solidFill>
        </p:spPr>
        <p:txBody>
          <a:bodyPr rtlCol="0"/>
          <a:lstStyle/>
          <a:p>
            <a:r>
              <a:rPr lang="en-US" dirty="0"/>
              <a:t>partly outside</a:t>
            </a:r>
            <a:endParaRPr lang="en-US" dirty="0"/>
          </a:p>
        </p:txBody>
      </p:sp>
      <p:sp>
        <p:nvSpPr>
          <p:cNvPr id="4" name="Shape 3"/>
          <p:cNvSpPr/>
          <p:nvPr/>
        </p:nvSpPr>
        <p:spPr>
          <a:xfrm>
            <a:off x="10058400" y="5486400"/>
            <a:ext cx="3657600" cy="2743200"/>
          </a:xfrm>
          <a:prstGeom prst="rect">
            <a:avLst/>
          </a:prstGeom>
          <a:solidFill>
            <a:srgbClr val="00FFFF"/>
          </a:solidFill>
        </p:spPr>
        <p:txBody>
          <a:bodyPr rtlCol="0"/>
          <a:lstStyle/>
          <a:p>
            <a:r>
              <a:rPr lang="en-US" dirty="0"/>
              <a:t>also outside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Edges</dc:title>
  <dc:creator>Corpus</dc:creator>
  <dcterms:created xsi:type="dcterms:W3CDTF">2026-01-01T00:00:00Z</dcterms:created>
  <dcterms:modified xsi:type="dcterms:W3CDTF">2026-01-01T00:00:00Z</dcterms:modified>
</cp:coreProperties>
</file>