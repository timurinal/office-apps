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8" r:id="rId2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Band"/>
          <p:cNvSpPr/>
          <p:nvPr userDrawn="1"/>
        </p:nvSpPr>
        <p:spPr>
          <a:xfrm>
            <a:off x="0" y="6000000"/>
            <a:ext cx="12192000" cy="858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First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Its own theme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master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ond">
  <a:themeElements>
    <a:clrScheme name="Second">
      <a:dk1>
        <a:sysClr val="windowText" lastClr="000000"/>
      </a:dk1>
      <a:lt1>
        <a:sysClr val="window" lastClr="FFFFFF"/>
      </a:lt1>
      <a:dk2>
        <a:srgbClr val="203864"/>
      </a:dk2>
      <a:lt2>
        <a:srgbClr val="E7E6E6"/>
      </a:lt2>
      <a:accent1>
        <a:srgbClr val="C00000"/>
      </a:accent1>
      <a:accent2>
        <a:srgbClr val="00B05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cond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Two masters</dc:title>
  <dc:creator>Corpus</dc:creator>
  <dcterms:created xsi:type="dcterms:W3CDTF">2026-01-01T00:00:00Z</dcterms:created>
  <dcterms:modified xsi:type="dcterms:W3CDTF">2026-01-01T00:00:00Z</dcterms:modified>
</cp:coreProperties>
</file>