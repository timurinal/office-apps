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office" TargetMode="External"/><Relationship Id="rId3" Type="http://schemas.openxmlformats.org/officeDocument/2006/relationships/hyperlink" Target="mailto:hello@example.com" TargetMode="External"/><Relationship Id="rId4" Type="http://schemas.openxmlformats.org/officeDocument/2006/relationships/hyperlink" Target="javascript:alert(1)" TargetMode="External"/><Relationship Id="rId5" Type="http://schemas.openxmlformats.org/officeDocument/2006/relationships/hyperlink" Target="file:///etc/passwd" TargetMode="External"/><Relationship Id="rId6" Type="http://schemas.openxmlformats.org/officeDocument/2006/relationships/slide" Target="slide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>
                <a:hlinkClick r:id="rId2"/>
              </a:rPr>
              <a:t>The site</a:t>
            </a:r>
            <a:r>
              <a:rPr lang="en-US" dirty="0"/>
              <a:t> and </a:t>
            </a:r>
            <a:r>
              <a:rPr lang="en-US" dirty="0">
                <a:hlinkClick r:id="rId3"/>
              </a:rPr>
              <a:t>mail us</a:t>
            </a:r>
            <a:endParaRPr lang="en-US" dirty="0"/>
          </a:p>
          <a:p>
            <a:r>
              <a:rPr lang="en-US" dirty="0">
                <a:hlinkClick r:id="rId4"/>
              </a:rPr>
              <a:t>a script</a:t>
            </a:r>
            <a:r>
              <a:rPr lang="en-US" dirty="0"/>
              <a:t> and </a:t>
            </a:r>
            <a:r>
              <a:rPr lang="en-US" dirty="0">
                <a:hlinkClick r:id="rId5"/>
              </a:rPr>
              <a:t>a file</a:t>
            </a:r>
            <a:endParaRPr lang="en-US" dirty="0"/>
          </a:p>
          <a:p>
            <a:r>
              <a:rPr lang="en-US" dirty="0">
                <a:hlinkClick r:id="rId6" action="ppaction://hlinksldjump"/>
              </a:rPr>
              <a:t>other slide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Second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Links</dc:title>
  <dc:creator>Corpus</dc:creator>
  <dcterms:created xsi:type="dcterms:W3CDTF">2026-01-01T00:00:00Z</dcterms:created>
  <dcterms:modified xsi:type="dcterms:W3CDTF">2026-01-01T00:00:00Z</dcterms:modified>
</cp:coreProperties>
</file>