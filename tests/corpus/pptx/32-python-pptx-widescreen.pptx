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Widescreen, layouts left as they were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layouts keep their 4:3 places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