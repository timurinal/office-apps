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gif" ContentType="image/gif"/>
  <Default Extension="webp" ContentType="image/webp"/>
  <Default Extension="emf" ContentType="image/x-emf"/>
  <Default Extension="svg" ContentType="image/svg+xml"/>
  <Default Extension="xlsx" ContentType="application/vnd.openxmlformats-officedocument.spreadsheetml.sheet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1700" y="744575"/>
            <a:ext cx="5000000" cy="20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1700" y="2834125"/>
            <a:ext cx="5000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7445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7445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1700" y="1567500"/>
            <a:ext cx="8520600" cy="30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Title and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7445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1700" y="1567500"/>
            <a:ext cx="4152900" cy="30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4679400" y="1567500"/>
            <a:ext cx="4152900" cy="30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7445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7445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1700" y="1567500"/>
            <a:ext cx="8520600" cy="30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4649" r:id="rId1"/>
    <p:sldLayoutId id="2147484650" r:id="rId2"/>
    <p:sldLayoutId id="2147484651" r:id="rId3"/>
    <p:sldLayoutId id="2147484652" r:id="rId4"/>
    <p:sldLayoutId id="2147484653" r:id="rId5"/>
    <p:sldLayoutId id="2147484654" r:id="rId6"/>
  </p:sldLayoutIdLst>
  <p:txStyles>
    <p:titleStyle>
      <a:lvl1pPr lvl="0" algn="l" rtl="0">
        <a:spcBef>
          <a:spcPts val="0"/>
        </a:spcBef>
        <a:spcAft>
          <a:spcPts val="0"/>
        </a:spcAft>
        <a:buNone/>
        <a:defRPr sz="2800">
          <a:solidFill>
            <a:schemeClr val="dk1"/>
          </a:solidFill>
          <a:latin typeface="Arial"/>
          <a:ea typeface="Arial"/>
          <a:cs typeface="Arial"/>
          <a:sym typeface="Arial"/>
        </a:defRPr>
      </a:lvl1pPr>
    </p:titleStyle>
    <p:bodyStyle>
      <a:lvl1pPr marL="457200" lvl="0" indent="-342900" algn="l" rtl="0">
        <a:spcBef>
          <a:spcPts val="0"/>
        </a:spcBef>
        <a:spcAft>
          <a:spcPts val="0"/>
        </a:spcAft>
        <a:buSzPts val="1800"/>
        <a:buChar char="●"/>
        <a:defRPr sz="1800">
          <a:solidFill>
            <a:schemeClr val="dk1"/>
          </a:solidFill>
          <a:latin typeface="Arial"/>
          <a:ea typeface="Arial"/>
          <a:cs typeface="Arial"/>
          <a:sym typeface="Arial"/>
        </a:defRPr>
      </a:lvl1pPr>
      <a:lvl2pPr marL="914400" lvl="1" indent="-342900" algn="l" rtl="0">
        <a:spcBef>
          <a:spcPts val="0"/>
        </a:spcBef>
        <a:spcAft>
          <a:spcPts val="0"/>
        </a:spcAft>
        <a:buSzPts val="1800"/>
        <a:buChar char="○"/>
        <a:defRPr sz="1800">
          <a:solidFill>
            <a:schemeClr val="dk1"/>
          </a:solidFill>
          <a:latin typeface="Arial"/>
          <a:ea typeface="Arial"/>
          <a:cs typeface="Arial"/>
          <a:sym typeface="Arial"/>
        </a:defRPr>
      </a:lvl2pPr>
      <a:lvl3pPr marL="1371600" lvl="2" indent="-342900" algn="l" rtl="0">
        <a:spcBef>
          <a:spcPts val="0"/>
        </a:spcBef>
        <a:spcAft>
          <a:spcPts val="0"/>
        </a:spcAft>
        <a:buSzPts val="1800"/>
        <a:buChar char="■"/>
        <a:defRPr sz="1800">
          <a:solidFill>
            <a:schemeClr val="dk1"/>
          </a:solidFill>
          <a:latin typeface="Arial"/>
          <a:ea typeface="Arial"/>
          <a:cs typeface="Arial"/>
          <a:sym typeface="Arial"/>
        </a:defRPr>
      </a:lvl3pPr>
      <a:lvl4pPr marL="1828800" lvl="3" indent="-342900" algn="l" rtl="0">
        <a:spcBef>
          <a:spcPts val="0"/>
        </a:spcBef>
        <a:spcAft>
          <a:spcPts val="0"/>
        </a:spcAft>
        <a:buSzPts val="1800"/>
        <a:buChar char="●"/>
        <a:defRPr sz="1800">
          <a:solidFill>
            <a:schemeClr val="dk1"/>
          </a:solidFill>
          <a:latin typeface="Arial"/>
          <a:ea typeface="Arial"/>
          <a:cs typeface="Arial"/>
          <a:sym typeface="Arial"/>
        </a:defRPr>
      </a:lvl4pPr>
      <a:lvl5pPr marL="2286000" lvl="4" indent="-342900" algn="l" rtl="0">
        <a:spcBef>
          <a:spcPts val="0"/>
        </a:spcBef>
        <a:spcAft>
          <a:spcPts val="0"/>
        </a:spcAft>
        <a:buSzPts val="1800"/>
        <a:buChar char="○"/>
        <a:defRPr sz="1800">
          <a:solidFill>
            <a:schemeClr val="dk1"/>
          </a:solidFill>
          <a:latin typeface="Arial"/>
          <a:ea typeface="Arial"/>
          <a:cs typeface="Arial"/>
          <a:sym typeface="Arial"/>
        </a:defRPr>
      </a:lvl5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;p1"/>
          <p:cNvSpPr>
            <a:spLocks noGrp="1"/>
          </p:cNvSpPr>
          <p:nvPr>
            <p:ph type="ctrTitle"/>
          </p:nvPr>
        </p:nvSpPr>
        <p:spPr>
          <a:xfrm>
            <a:off x="311700" y="744575"/>
            <a:ext cx="5000000" cy="2052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/>
          <a:p>
            <a:pPr lvl="0" rtl="0"/>
            <a:r>
              <a:rPr lang="en" sz="3600">
                <a:latin typeface="Arial"/>
                <a:ea typeface="Arial"/>
                <a:cs typeface="Arial"/>
                <a:sym typeface="Arial"/>
              </a:rPr>
              <a:t>Launch plan</a:t>
            </a:r>
          </a:p>
        </p:txBody>
      </p:sp>
      <p:sp>
        <p:nvSpPr>
          <p:cNvPr id="3" name="Google Shape;3;p1"/>
          <p:cNvSpPr>
            <a:spLocks noGrp="1"/>
          </p:cNvSpPr>
          <p:nvPr>
            <p:ph type="subTitle" idx="1"/>
          </p:nvPr>
        </p:nvSpPr>
        <p:spPr>
          <a:xfrm>
            <a:off x="311700" y="2834125"/>
            <a:ext cx="5000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har char="●"/>
            </a:pPr>
            <a:r>
              <a:rPr lang="en" sz="1800"/>
              <a:t>Team offsite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;p1"/>
          <p:cNvSpPr>
            <a:spLocks noGrp="1"/>
          </p:cNvSpPr>
          <p:nvPr>
            <p:ph type="title"/>
          </p:nvPr>
        </p:nvSpPr>
        <p:spPr>
          <a:xfrm>
            <a:off x="311700" y="7445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/>
          <a:p>
            <a:pPr lvl="0" rtl="0"/>
            <a:r>
              <a:rPr lang="en" sz="2800"/>
              <a:t>What we will do</a:t>
            </a:r>
          </a:p>
        </p:txBody>
      </p:sp>
      <p:sp>
        <p:nvSpPr>
          <p:cNvPr id="3" name="Google Shape;3;p1"/>
          <p:cNvSpPr>
            <a:spLocks noGrp="1"/>
          </p:cNvSpPr>
          <p:nvPr>
            <p:ph idx="1"/>
          </p:nvPr>
        </p:nvSpPr>
        <p:spPr>
          <a:xfrm>
            <a:off x="311700" y="1567500"/>
            <a:ext cx="8520600" cy="3000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har char="●"/>
            </a:pPr>
            <a:r>
              <a:rPr lang="en" sz="1800"/>
              <a:t>Plan the week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har char="●"/>
            </a:pPr>
            <a:r>
              <a:rPr lang="en" sz="1800"/>
              <a:t>Ship the thing</a:t>
            </a: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har char="○"/>
            </a:pPr>
            <a:r>
              <a:rPr lang="en" sz="1600"/>
              <a:t>A sub point</a:t>
            </a:r>
          </a:p>
        </p:txBody>
      </p:sp>
      <p:sp>
        <p:nvSpPr>
          <p:cNvPr id="4" name="Google Shape;4;p1"/>
          <p:cNvSpPr txBox="1"/>
          <p:nvPr/>
        </p:nvSpPr>
        <p:spPr>
          <a:xfrm>
            <a:off x="311700" y="4200000"/>
            <a:ext cx="4000000" cy="40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rtl="0"/>
            <a:r>
              <a:rPr lang="en"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Footnote in Arial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;p1"/>
          <p:cNvSpPr/>
          <p:nvPr/>
        </p:nvSpPr>
        <p:spPr>
          <a:xfrm>
            <a:off x="3000000" y="1500000"/>
            <a:ext cx="2000000" cy="2000000"/>
          </a:xfrm>
          <a:prstGeom prst="ellipse">
            <a:avLst/>
          </a:prstGeom>
          <a:solidFill>
            <a:srgbClr val="FFAB40"/>
          </a:solidFill>
          <a:ln w="9525">
            <a:solidFill>
              <a:srgbClr val="212121"/>
            </a:solidFill>
          </a:ln>
        </p:spPr>
        <p:txBody>
          <a:bodyPr spcFirstLastPara="1" wrap="square" lIns="91425" tIns="91425" rIns="91425" bIns="91425" anchor="ctr" anchorCtr="0"/>
          <a:lstStyle/>
          <a:p>
            <a:pPr lvl="0" algn="ctr" rtl="0"/>
            <a:r>
              <a:rPr lang="en" sz="1800"/>
              <a:t>Round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57575"/>
      </a:accent3>
      <a:accent4>
        <a:srgbClr val="BDBDBD"/>
      </a:accent4>
      <a:accent5>
        <a:srgbClr val="F5F5F5"/>
      </a:accent5>
      <a:accent6>
        <a:srgbClr val="FFFFFF"/>
      </a:accent6>
      <a:hlink>
        <a:srgbClr val="0000FF"/>
      </a:hlink>
      <a:folHlink>
        <a:srgbClr val="800080"/>
      </a:folHlink>
    </a:clrScheme>
    <a:fontScheme name="Simple Ligh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Google Slides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From Google Slides</dc:title>
  <dc:creator>Corpus</dc:creator>
  <dcterms:created xsi:type="dcterms:W3CDTF">2026-01-01T00:00:00Z</dcterms:created>
  <dcterms:modified xsi:type="dcterms:W3CDTF">2026-01-01T00:00:00Z</dcterms:modified>
</cp:coreProperties>
</file>