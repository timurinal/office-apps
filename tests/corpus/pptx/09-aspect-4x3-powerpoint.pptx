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Four by three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The old shape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4400" dirty="0"/>
              <a:t>Title at 44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sz="2800" dirty="0"/>
              <a:t>Bullet one at 28</a:t>
            </a:r>
            <a:endParaRPr lang="en-US" dirty="0"/>
          </a:p>
          <a:p>
            <a:r>
              <a:rPr lang="en-US" sz="2800" dirty="0"/>
              <a:t>Bullet two at 28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3657600" cy="73152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sz="1200" dirty="0"/>
              <a:t>Small print at 12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Four by three</dc:title>
  <dc:creator>Corpus</dc:creator>
  <dcterms:created xsi:type="dcterms:W3CDTF">2026-01-01T00:00:00Z</dcterms:created>
  <dcterms:modified xsi:type="dcterms:W3CDTF">2026-01-01T00:00:00Z</dcterms:modified>
</cp:coreProperties>
</file>