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gif" ContentType="image/gif"/>
  <Default Extension="webp" ContentType="image/webp"/>
  <Default Extension="emf" ContentType="image/x-emf"/>
  <Default Extension="svg" ContentType="image/svg+xml"/>
  <Default Extension="xlsx" ContentType="application/vnd.openxmlformats-officedocument.spreadsheetml.sheet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Layout bar"/>
          <p:cNvSpPr/>
          <p:nvPr userDrawn="1"/>
        </p:nvSpPr>
        <p:spPr>
          <a:xfrm>
            <a:off x="0" y="6600000"/>
            <a:ext cx="12192000" cy="258000"/>
          </a:xfrm>
          <a:prstGeom prst="rect">
            <a:avLst/>
          </a:prstGeom>
          <a:solidFill>
            <a:srgbClr val="404040"/>
          </a:solidFill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Logo"/>
          <p:cNvSpPr/>
          <p:nvPr userDrawn="1"/>
        </p:nvSpPr>
        <p:spPr>
          <a:xfrm>
            <a:off x="10800000" y="200000"/>
            <a:ext cx="1000000" cy="400000"/>
          </a:xfrm>
          <a:prstGeom prst="roundRect">
            <a:avLst/>
          </a:prstGeom>
          <a:solidFill>
            <a:schemeClr val="accent1"/>
          </a:solidFill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 rtlCol="0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49" r:id="rId1"/>
    <p:sldLayoutId id="2147484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Logo shows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On the master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Layout hides 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The layout draws its own bar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Slide hides 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Slide-level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Decorations</dc:title>
  <dc:creator>Corpus</dc:creator>
  <dcterms:created xsi:type="dcterms:W3CDTF">2026-01-01T00:00:00Z</dcterms:created>
  <dcterms:modified xsi:type="dcterms:W3CDTF">2026-01-01T00:00:00Z</dcterms:modified>
</cp:coreProperties>
</file>