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notesMaster" Target="notesMasters/notesMaster1.xml"/><Relationship Id="rId123" Type="http://schemas.openxmlformats.org/officeDocument/2006/relationships/presProps" Target="presProps.xml"/><Relationship Id="rId124" Type="http://schemas.openxmlformats.org/officeDocument/2006/relationships/viewProps" Target="viewProps.xml"/><Relationship Id="rId125" Type="http://schemas.openxmlformats.org/officeDocument/2006/relationships/theme" Target="theme/theme1.xml"/><Relationship Id="rId12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/>
    </a:lvl1pPr>
  </p:notesStyle>
</p:notesMaster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7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0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15</a:t>
            </a:r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30</a:t>
            </a:r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45</a:t>
            </a:r>
            <a:endParaRPr 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60</a:t>
            </a:r>
            <a:endParaRPr lang="en-US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75</a:t>
            </a:r>
            <a:endParaRPr lang="en-US" dirty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90</a:t>
            </a:r>
            <a:endParaRPr lang="en-US" dirty="0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105</a:t>
            </a:r>
            <a:endParaRPr lang="en-US" dirty="0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120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dirty="0"/>
              <a:t>A long deck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en-US" dirty="0"/>
              <a:t>Slide 1 of 120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2.1</a:t>
            </a:r>
            <a:endParaRPr lang="en-US" dirty="0"/>
          </a:p>
          <a:p>
            <a:r>
              <a:rPr lang="en-US" dirty="0"/>
              <a:t>Point 2.2</a:t>
            </a:r>
            <a:endParaRPr lang="en-US" dirty="0"/>
          </a:p>
          <a:p>
            <a:pPr lvl="1"/>
            <a:r>
              <a:rPr lang="en-US" dirty="0"/>
              <a:t>Point 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3.1</a:t>
            </a:r>
            <a:endParaRPr lang="en-US" dirty="0"/>
          </a:p>
          <a:p>
            <a:r>
              <a:rPr lang="en-US" dirty="0"/>
              <a:t>Point 3.2</a:t>
            </a:r>
            <a:endParaRPr lang="en-US" dirty="0"/>
          </a:p>
          <a:p>
            <a:pPr lvl="1"/>
            <a:r>
              <a:rPr lang="en-US" dirty="0"/>
              <a:t>Point 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4.1</a:t>
            </a:r>
            <a:endParaRPr lang="en-US" dirty="0"/>
          </a:p>
          <a:p>
            <a:r>
              <a:rPr lang="en-US" dirty="0"/>
              <a:t>Point 4.2</a:t>
            </a:r>
            <a:endParaRPr lang="en-US" dirty="0"/>
          </a:p>
          <a:p>
            <a:pPr lvl="1"/>
            <a:r>
              <a:rPr lang="en-US" dirty="0"/>
              <a:t>Point 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5.1</a:t>
            </a:r>
            <a:endParaRPr lang="en-US" dirty="0"/>
          </a:p>
          <a:p>
            <a:r>
              <a:rPr lang="en-US" dirty="0"/>
              <a:t>Point 5.2</a:t>
            </a:r>
            <a:endParaRPr lang="en-US" dirty="0"/>
          </a:p>
          <a:p>
            <a:pPr lvl="1"/>
            <a:r>
              <a:rPr lang="en-US" dirty="0"/>
              <a:t>Point 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6.1</a:t>
            </a:r>
            <a:endParaRPr lang="en-US" dirty="0"/>
          </a:p>
          <a:p>
            <a:r>
              <a:rPr lang="en-US" dirty="0"/>
              <a:t>Point 6.2</a:t>
            </a:r>
            <a:endParaRPr lang="en-US" dirty="0"/>
          </a:p>
          <a:p>
            <a:pPr lvl="1"/>
            <a:r>
              <a:rPr lang="en-US" dirty="0"/>
              <a:t>Point 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7.1</a:t>
            </a:r>
            <a:endParaRPr lang="en-US" dirty="0"/>
          </a:p>
          <a:p>
            <a:r>
              <a:rPr lang="en-US" dirty="0"/>
              <a:t>Point 7.2</a:t>
            </a:r>
            <a:endParaRPr lang="en-US" dirty="0"/>
          </a:p>
          <a:p>
            <a:pPr lvl="1"/>
            <a:r>
              <a:rPr lang="en-US" dirty="0"/>
              <a:t>Point 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8.1</a:t>
            </a:r>
            <a:endParaRPr lang="en-US" dirty="0"/>
          </a:p>
          <a:p>
            <a:r>
              <a:rPr lang="en-US" dirty="0"/>
              <a:t>Point 8.2</a:t>
            </a:r>
            <a:endParaRPr lang="en-US" dirty="0"/>
          </a:p>
          <a:p>
            <a:pPr lvl="1"/>
            <a:r>
              <a:rPr lang="en-US" dirty="0"/>
              <a:t>Point 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9.1</a:t>
            </a:r>
            <a:endParaRPr lang="en-US" dirty="0"/>
          </a:p>
          <a:p>
            <a:r>
              <a:rPr lang="en-US" dirty="0"/>
              <a:t>Point 9.2</a:t>
            </a:r>
            <a:endParaRPr lang="en-US" dirty="0"/>
          </a:p>
          <a:p>
            <a:pPr lvl="1"/>
            <a:r>
              <a:rPr lang="en-US" dirty="0"/>
              <a:t>Point 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10.1</a:t>
            </a:r>
            <a:endParaRPr lang="en-US" dirty="0"/>
          </a:p>
          <a:p>
            <a:r>
              <a:rPr lang="en-US" dirty="0"/>
              <a:t>Point 10.2</a:t>
            </a:r>
            <a:endParaRPr lang="en-US" dirty="0"/>
          </a:p>
          <a:p>
            <a:pPr lvl="1"/>
            <a:r>
              <a:rPr lang="en-US" dirty="0"/>
              <a:t>Point 10.3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11.1</a:t>
            </a:r>
            <a:endParaRPr lang="en-US" dirty="0"/>
          </a:p>
          <a:p>
            <a:r>
              <a:rPr lang="en-US" dirty="0"/>
              <a:t>Point 11.2</a:t>
            </a:r>
            <a:endParaRPr lang="en-US" dirty="0"/>
          </a:p>
          <a:p>
            <a:pPr lvl="1"/>
            <a:r>
              <a:rPr lang="en-US" dirty="0"/>
              <a:t>Point 11.3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12.1</a:t>
            </a:r>
            <a:endParaRPr lang="en-US" dirty="0"/>
          </a:p>
          <a:p>
            <a:r>
              <a:rPr lang="en-US" dirty="0"/>
              <a:t>Point 12.2</a:t>
            </a:r>
            <a:endParaRPr lang="en-US" dirty="0"/>
          </a:p>
          <a:p>
            <a:pPr lvl="1"/>
            <a:r>
              <a:rPr lang="en-US" dirty="0"/>
              <a:t>Point 12.3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12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13.1</a:t>
            </a:r>
            <a:endParaRPr lang="en-US" dirty="0"/>
          </a:p>
          <a:p>
            <a:r>
              <a:rPr lang="en-US" dirty="0"/>
              <a:t>Point 13.2</a:t>
            </a:r>
            <a:endParaRPr lang="en-US" dirty="0"/>
          </a:p>
          <a:p>
            <a:pPr lvl="1"/>
            <a:r>
              <a:rPr lang="en-US" dirty="0"/>
              <a:t>Point 13.3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13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14.1</a:t>
            </a:r>
            <a:endParaRPr lang="en-US" dirty="0"/>
          </a:p>
          <a:p>
            <a:r>
              <a:rPr lang="en-US" dirty="0"/>
              <a:t>Point 14.2</a:t>
            </a:r>
            <a:endParaRPr lang="en-US" dirty="0"/>
          </a:p>
          <a:p>
            <a:pPr lvl="1"/>
            <a:r>
              <a:rPr lang="en-US" dirty="0"/>
              <a:t>Point 14.3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14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15.1</a:t>
            </a:r>
            <a:endParaRPr lang="en-US" dirty="0"/>
          </a:p>
          <a:p>
            <a:r>
              <a:rPr lang="en-US" dirty="0"/>
              <a:t>Point 15.2</a:t>
            </a:r>
            <a:endParaRPr lang="en-US" dirty="0"/>
          </a:p>
          <a:p>
            <a:pPr lvl="1"/>
            <a:r>
              <a:rPr lang="en-US" dirty="0"/>
              <a:t>Point 15.3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15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16.1</a:t>
            </a:r>
            <a:endParaRPr lang="en-US" dirty="0"/>
          </a:p>
          <a:p>
            <a:r>
              <a:rPr lang="en-US" dirty="0"/>
              <a:t>Point 16.2</a:t>
            </a:r>
            <a:endParaRPr lang="en-US" dirty="0"/>
          </a:p>
          <a:p>
            <a:pPr lvl="1"/>
            <a:r>
              <a:rPr lang="en-US" dirty="0"/>
              <a:t>Point 16.3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16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17.1</a:t>
            </a:r>
            <a:endParaRPr lang="en-US" dirty="0"/>
          </a:p>
          <a:p>
            <a:r>
              <a:rPr lang="en-US" dirty="0"/>
              <a:t>Point 17.2</a:t>
            </a:r>
            <a:endParaRPr lang="en-US" dirty="0"/>
          </a:p>
          <a:p>
            <a:pPr lvl="1"/>
            <a:r>
              <a:rPr lang="en-US" dirty="0"/>
              <a:t>Point 17.3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17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18.1</a:t>
            </a:r>
            <a:endParaRPr lang="en-US" dirty="0"/>
          </a:p>
          <a:p>
            <a:r>
              <a:rPr lang="en-US" dirty="0"/>
              <a:t>Point 18.2</a:t>
            </a:r>
            <a:endParaRPr lang="en-US" dirty="0"/>
          </a:p>
          <a:p>
            <a:pPr lvl="1"/>
            <a:r>
              <a:rPr lang="en-US" dirty="0"/>
              <a:t>Point 18.3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18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19.1</a:t>
            </a:r>
            <a:endParaRPr lang="en-US" dirty="0"/>
          </a:p>
          <a:p>
            <a:r>
              <a:rPr lang="en-US" dirty="0"/>
              <a:t>Point 19.2</a:t>
            </a:r>
            <a:endParaRPr lang="en-US" dirty="0"/>
          </a:p>
          <a:p>
            <a:pPr lvl="1"/>
            <a:r>
              <a:rPr lang="en-US" dirty="0"/>
              <a:t>Point 19.3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19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20.1</a:t>
            </a:r>
            <a:endParaRPr lang="en-US" dirty="0"/>
          </a:p>
          <a:p>
            <a:r>
              <a:rPr lang="en-US" dirty="0"/>
              <a:t>Point 20.2</a:t>
            </a:r>
            <a:endParaRPr lang="en-US" dirty="0"/>
          </a:p>
          <a:p>
            <a:pPr lvl="1"/>
            <a:r>
              <a:rPr lang="en-US" dirty="0"/>
              <a:t>Point 20.3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21.1</a:t>
            </a:r>
            <a:endParaRPr lang="en-US" dirty="0"/>
          </a:p>
          <a:p>
            <a:r>
              <a:rPr lang="en-US" dirty="0"/>
              <a:t>Point 21.2</a:t>
            </a:r>
            <a:endParaRPr lang="en-US" dirty="0"/>
          </a:p>
          <a:p>
            <a:pPr lvl="1"/>
            <a:r>
              <a:rPr lang="en-US" dirty="0"/>
              <a:t>Point 21.3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21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22.1</a:t>
            </a:r>
            <a:endParaRPr lang="en-US" dirty="0"/>
          </a:p>
          <a:p>
            <a:r>
              <a:rPr lang="en-US" dirty="0"/>
              <a:t>Point 22.2</a:t>
            </a:r>
            <a:endParaRPr lang="en-US" dirty="0"/>
          </a:p>
          <a:p>
            <a:pPr lvl="1"/>
            <a:r>
              <a:rPr lang="en-US" dirty="0"/>
              <a:t>Point 22.3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22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23.1</a:t>
            </a:r>
            <a:endParaRPr lang="en-US" dirty="0"/>
          </a:p>
          <a:p>
            <a:r>
              <a:rPr lang="en-US" dirty="0"/>
              <a:t>Point 23.2</a:t>
            </a:r>
            <a:endParaRPr lang="en-US" dirty="0"/>
          </a:p>
          <a:p>
            <a:pPr lvl="1"/>
            <a:r>
              <a:rPr lang="en-US" dirty="0"/>
              <a:t>Point 23.3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23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24.1</a:t>
            </a:r>
            <a:endParaRPr lang="en-US" dirty="0"/>
          </a:p>
          <a:p>
            <a:r>
              <a:rPr lang="en-US" dirty="0"/>
              <a:t>Point 24.2</a:t>
            </a:r>
            <a:endParaRPr lang="en-US" dirty="0"/>
          </a:p>
          <a:p>
            <a:pPr lvl="1"/>
            <a:r>
              <a:rPr lang="en-US" dirty="0"/>
              <a:t>Point 24.3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24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25.1</a:t>
            </a:r>
            <a:endParaRPr lang="en-US" dirty="0"/>
          </a:p>
          <a:p>
            <a:r>
              <a:rPr lang="en-US" dirty="0"/>
              <a:t>Point 25.2</a:t>
            </a:r>
            <a:endParaRPr lang="en-US" dirty="0"/>
          </a:p>
          <a:p>
            <a:pPr lvl="1"/>
            <a:r>
              <a:rPr lang="en-US" dirty="0"/>
              <a:t>Point 25.3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25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26.1</a:t>
            </a:r>
            <a:endParaRPr lang="en-US" dirty="0"/>
          </a:p>
          <a:p>
            <a:r>
              <a:rPr lang="en-US" dirty="0"/>
              <a:t>Point 26.2</a:t>
            </a:r>
            <a:endParaRPr lang="en-US" dirty="0"/>
          </a:p>
          <a:p>
            <a:pPr lvl="1"/>
            <a:r>
              <a:rPr lang="en-US" dirty="0"/>
              <a:t>Point 26.3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26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27.1</a:t>
            </a:r>
            <a:endParaRPr lang="en-US" dirty="0"/>
          </a:p>
          <a:p>
            <a:r>
              <a:rPr lang="en-US" dirty="0"/>
              <a:t>Point 27.2</a:t>
            </a:r>
            <a:endParaRPr lang="en-US" dirty="0"/>
          </a:p>
          <a:p>
            <a:pPr lvl="1"/>
            <a:r>
              <a:rPr lang="en-US" dirty="0"/>
              <a:t>Point 27.3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27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28.1</a:t>
            </a:r>
            <a:endParaRPr lang="en-US" dirty="0"/>
          </a:p>
          <a:p>
            <a:r>
              <a:rPr lang="en-US" dirty="0"/>
              <a:t>Point 28.2</a:t>
            </a:r>
            <a:endParaRPr lang="en-US" dirty="0"/>
          </a:p>
          <a:p>
            <a:pPr lvl="1"/>
            <a:r>
              <a:rPr lang="en-US" dirty="0"/>
              <a:t>Point 28.3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28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29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29.1</a:t>
            </a:r>
            <a:endParaRPr lang="en-US" dirty="0"/>
          </a:p>
          <a:p>
            <a:r>
              <a:rPr lang="en-US" dirty="0"/>
              <a:t>Point 29.2</a:t>
            </a:r>
            <a:endParaRPr lang="en-US" dirty="0"/>
          </a:p>
          <a:p>
            <a:pPr lvl="1"/>
            <a:r>
              <a:rPr lang="en-US" dirty="0"/>
              <a:t>Point 29.3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29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29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30.1</a:t>
            </a:r>
            <a:endParaRPr lang="en-US" dirty="0"/>
          </a:p>
          <a:p>
            <a:r>
              <a:rPr lang="en-US" dirty="0"/>
              <a:t>Point 30.2</a:t>
            </a:r>
            <a:endParaRPr lang="en-US" dirty="0"/>
          </a:p>
          <a:p>
            <a:pPr lvl="1"/>
            <a:r>
              <a:rPr lang="en-US" dirty="0"/>
              <a:t>Point 30.3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31.1</a:t>
            </a:r>
            <a:endParaRPr lang="en-US" dirty="0"/>
          </a:p>
          <a:p>
            <a:r>
              <a:rPr lang="en-US" dirty="0"/>
              <a:t>Point 31.2</a:t>
            </a:r>
            <a:endParaRPr lang="en-US" dirty="0"/>
          </a:p>
          <a:p>
            <a:pPr lvl="1"/>
            <a:r>
              <a:rPr lang="en-US" dirty="0"/>
              <a:t>Point 31.3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31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32.1</a:t>
            </a:r>
            <a:endParaRPr lang="en-US" dirty="0"/>
          </a:p>
          <a:p>
            <a:r>
              <a:rPr lang="en-US" dirty="0"/>
              <a:t>Point 32.2</a:t>
            </a:r>
            <a:endParaRPr lang="en-US" dirty="0"/>
          </a:p>
          <a:p>
            <a:pPr lvl="1"/>
            <a:r>
              <a:rPr lang="en-US" dirty="0"/>
              <a:t>Point 32.3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32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33.1</a:t>
            </a:r>
            <a:endParaRPr lang="en-US" dirty="0"/>
          </a:p>
          <a:p>
            <a:r>
              <a:rPr lang="en-US" dirty="0"/>
              <a:t>Point 33.2</a:t>
            </a:r>
            <a:endParaRPr lang="en-US" dirty="0"/>
          </a:p>
          <a:p>
            <a:pPr lvl="1"/>
            <a:r>
              <a:rPr lang="en-US" dirty="0"/>
              <a:t>Point 33.3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33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34.1</a:t>
            </a:r>
            <a:endParaRPr lang="en-US" dirty="0"/>
          </a:p>
          <a:p>
            <a:r>
              <a:rPr lang="en-US" dirty="0"/>
              <a:t>Point 34.2</a:t>
            </a:r>
            <a:endParaRPr lang="en-US" dirty="0"/>
          </a:p>
          <a:p>
            <a:pPr lvl="1"/>
            <a:r>
              <a:rPr lang="en-US" dirty="0"/>
              <a:t>Point 34.3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34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35.1</a:t>
            </a:r>
            <a:endParaRPr lang="en-US" dirty="0"/>
          </a:p>
          <a:p>
            <a:r>
              <a:rPr lang="en-US" dirty="0"/>
              <a:t>Point 35.2</a:t>
            </a:r>
            <a:endParaRPr lang="en-US" dirty="0"/>
          </a:p>
          <a:p>
            <a:pPr lvl="1"/>
            <a:r>
              <a:rPr lang="en-US" dirty="0"/>
              <a:t>Point 35.3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35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36.1</a:t>
            </a:r>
            <a:endParaRPr lang="en-US" dirty="0"/>
          </a:p>
          <a:p>
            <a:r>
              <a:rPr lang="en-US" dirty="0"/>
              <a:t>Point 36.2</a:t>
            </a:r>
            <a:endParaRPr lang="en-US" dirty="0"/>
          </a:p>
          <a:p>
            <a:pPr lvl="1"/>
            <a:r>
              <a:rPr lang="en-US" dirty="0"/>
              <a:t>Point 36.3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36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37.1</a:t>
            </a:r>
            <a:endParaRPr lang="en-US" dirty="0"/>
          </a:p>
          <a:p>
            <a:r>
              <a:rPr lang="en-US" dirty="0"/>
              <a:t>Point 37.2</a:t>
            </a:r>
            <a:endParaRPr lang="en-US" dirty="0"/>
          </a:p>
          <a:p>
            <a:pPr lvl="1"/>
            <a:r>
              <a:rPr lang="en-US" dirty="0"/>
              <a:t>Point 37.3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37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38.1</a:t>
            </a:r>
            <a:endParaRPr lang="en-US" dirty="0"/>
          </a:p>
          <a:p>
            <a:r>
              <a:rPr lang="en-US" dirty="0"/>
              <a:t>Point 38.2</a:t>
            </a:r>
            <a:endParaRPr lang="en-US" dirty="0"/>
          </a:p>
          <a:p>
            <a:pPr lvl="1"/>
            <a:r>
              <a:rPr lang="en-US" dirty="0"/>
              <a:t>Point 38.3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38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39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39.1</a:t>
            </a:r>
            <a:endParaRPr lang="en-US" dirty="0"/>
          </a:p>
          <a:p>
            <a:r>
              <a:rPr lang="en-US" dirty="0"/>
              <a:t>Point 39.2</a:t>
            </a:r>
            <a:endParaRPr lang="en-US" dirty="0"/>
          </a:p>
          <a:p>
            <a:pPr lvl="1"/>
            <a:r>
              <a:rPr lang="en-US" dirty="0"/>
              <a:t>Point 39.3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39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39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40.1</a:t>
            </a:r>
            <a:endParaRPr lang="en-US" dirty="0"/>
          </a:p>
          <a:p>
            <a:r>
              <a:rPr lang="en-US" dirty="0"/>
              <a:t>Point 40.2</a:t>
            </a:r>
            <a:endParaRPr lang="en-US" dirty="0"/>
          </a:p>
          <a:p>
            <a:pPr lvl="1"/>
            <a:r>
              <a:rPr lang="en-US" dirty="0"/>
              <a:t>Point 40.3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41.1</a:t>
            </a:r>
            <a:endParaRPr lang="en-US" dirty="0"/>
          </a:p>
          <a:p>
            <a:r>
              <a:rPr lang="en-US" dirty="0"/>
              <a:t>Point 41.2</a:t>
            </a:r>
            <a:endParaRPr lang="en-US" dirty="0"/>
          </a:p>
          <a:p>
            <a:pPr lvl="1"/>
            <a:r>
              <a:rPr lang="en-US" dirty="0"/>
              <a:t>Point 41.3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41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42.1</a:t>
            </a:r>
            <a:endParaRPr lang="en-US" dirty="0"/>
          </a:p>
          <a:p>
            <a:r>
              <a:rPr lang="en-US" dirty="0"/>
              <a:t>Point 42.2</a:t>
            </a:r>
            <a:endParaRPr lang="en-US" dirty="0"/>
          </a:p>
          <a:p>
            <a:pPr lvl="1"/>
            <a:r>
              <a:rPr lang="en-US" dirty="0"/>
              <a:t>Point 42.3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42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43.1</a:t>
            </a:r>
            <a:endParaRPr lang="en-US" dirty="0"/>
          </a:p>
          <a:p>
            <a:r>
              <a:rPr lang="en-US" dirty="0"/>
              <a:t>Point 43.2</a:t>
            </a:r>
            <a:endParaRPr lang="en-US" dirty="0"/>
          </a:p>
          <a:p>
            <a:pPr lvl="1"/>
            <a:r>
              <a:rPr lang="en-US" dirty="0"/>
              <a:t>Point 43.3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43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44.1</a:t>
            </a:r>
            <a:endParaRPr lang="en-US" dirty="0"/>
          </a:p>
          <a:p>
            <a:r>
              <a:rPr lang="en-US" dirty="0"/>
              <a:t>Point 44.2</a:t>
            </a:r>
            <a:endParaRPr lang="en-US" dirty="0"/>
          </a:p>
          <a:p>
            <a:pPr lvl="1"/>
            <a:r>
              <a:rPr lang="en-US" dirty="0"/>
              <a:t>Point 44.3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44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45.1</a:t>
            </a:r>
            <a:endParaRPr lang="en-US" dirty="0"/>
          </a:p>
          <a:p>
            <a:r>
              <a:rPr lang="en-US" dirty="0"/>
              <a:t>Point 45.2</a:t>
            </a:r>
            <a:endParaRPr lang="en-US" dirty="0"/>
          </a:p>
          <a:p>
            <a:pPr lvl="1"/>
            <a:r>
              <a:rPr lang="en-US" dirty="0"/>
              <a:t>Point 45.3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45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46.1</a:t>
            </a:r>
            <a:endParaRPr lang="en-US" dirty="0"/>
          </a:p>
          <a:p>
            <a:r>
              <a:rPr lang="en-US" dirty="0"/>
              <a:t>Point 46.2</a:t>
            </a:r>
            <a:endParaRPr lang="en-US" dirty="0"/>
          </a:p>
          <a:p>
            <a:pPr lvl="1"/>
            <a:r>
              <a:rPr lang="en-US" dirty="0"/>
              <a:t>Point 46.3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46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47.1</a:t>
            </a:r>
            <a:endParaRPr lang="en-US" dirty="0"/>
          </a:p>
          <a:p>
            <a:r>
              <a:rPr lang="en-US" dirty="0"/>
              <a:t>Point 47.2</a:t>
            </a:r>
            <a:endParaRPr lang="en-US" dirty="0"/>
          </a:p>
          <a:p>
            <a:pPr lvl="1"/>
            <a:r>
              <a:rPr lang="en-US" dirty="0"/>
              <a:t>Point 47.3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47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48.1</a:t>
            </a:r>
            <a:endParaRPr lang="en-US" dirty="0"/>
          </a:p>
          <a:p>
            <a:r>
              <a:rPr lang="en-US" dirty="0"/>
              <a:t>Point 48.2</a:t>
            </a:r>
            <a:endParaRPr lang="en-US" dirty="0"/>
          </a:p>
          <a:p>
            <a:pPr lvl="1"/>
            <a:r>
              <a:rPr lang="en-US" dirty="0"/>
              <a:t>Point 48.3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48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49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49.1</a:t>
            </a:r>
            <a:endParaRPr lang="en-US" dirty="0"/>
          </a:p>
          <a:p>
            <a:r>
              <a:rPr lang="en-US" dirty="0"/>
              <a:t>Point 49.2</a:t>
            </a:r>
            <a:endParaRPr lang="en-US" dirty="0"/>
          </a:p>
          <a:p>
            <a:pPr lvl="1"/>
            <a:r>
              <a:rPr lang="en-US" dirty="0"/>
              <a:t>Point 49.3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49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49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50.1</a:t>
            </a:r>
            <a:endParaRPr lang="en-US" dirty="0"/>
          </a:p>
          <a:p>
            <a:r>
              <a:rPr lang="en-US" dirty="0"/>
              <a:t>Point 50.2</a:t>
            </a:r>
            <a:endParaRPr lang="en-US" dirty="0"/>
          </a:p>
          <a:p>
            <a:pPr lvl="1"/>
            <a:r>
              <a:rPr lang="en-US" dirty="0"/>
              <a:t>Point 50.3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51.1</a:t>
            </a:r>
            <a:endParaRPr lang="en-US" dirty="0"/>
          </a:p>
          <a:p>
            <a:r>
              <a:rPr lang="en-US" dirty="0"/>
              <a:t>Point 51.2</a:t>
            </a:r>
            <a:endParaRPr lang="en-US" dirty="0"/>
          </a:p>
          <a:p>
            <a:pPr lvl="1"/>
            <a:r>
              <a:rPr lang="en-US" dirty="0"/>
              <a:t>Point 51.3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51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52.1</a:t>
            </a:r>
            <a:endParaRPr lang="en-US" dirty="0"/>
          </a:p>
          <a:p>
            <a:r>
              <a:rPr lang="en-US" dirty="0"/>
              <a:t>Point 52.2</a:t>
            </a:r>
            <a:endParaRPr lang="en-US" dirty="0"/>
          </a:p>
          <a:p>
            <a:pPr lvl="1"/>
            <a:r>
              <a:rPr lang="en-US" dirty="0"/>
              <a:t>Point 52.3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52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53.1</a:t>
            </a:r>
            <a:endParaRPr lang="en-US" dirty="0"/>
          </a:p>
          <a:p>
            <a:r>
              <a:rPr lang="en-US" dirty="0"/>
              <a:t>Point 53.2</a:t>
            </a:r>
            <a:endParaRPr lang="en-US" dirty="0"/>
          </a:p>
          <a:p>
            <a:pPr lvl="1"/>
            <a:r>
              <a:rPr lang="en-US" dirty="0"/>
              <a:t>Point 53.3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53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54.1</a:t>
            </a:r>
            <a:endParaRPr lang="en-US" dirty="0"/>
          </a:p>
          <a:p>
            <a:r>
              <a:rPr lang="en-US" dirty="0"/>
              <a:t>Point 54.2</a:t>
            </a:r>
            <a:endParaRPr lang="en-US" dirty="0"/>
          </a:p>
          <a:p>
            <a:pPr lvl="1"/>
            <a:r>
              <a:rPr lang="en-US" dirty="0"/>
              <a:t>Point 54.3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54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55.1</a:t>
            </a:r>
            <a:endParaRPr lang="en-US" dirty="0"/>
          </a:p>
          <a:p>
            <a:r>
              <a:rPr lang="en-US" dirty="0"/>
              <a:t>Point 55.2</a:t>
            </a:r>
            <a:endParaRPr lang="en-US" dirty="0"/>
          </a:p>
          <a:p>
            <a:pPr lvl="1"/>
            <a:r>
              <a:rPr lang="en-US" dirty="0"/>
              <a:t>Point 55.3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55</a:t>
            </a: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56.1</a:t>
            </a:r>
            <a:endParaRPr lang="en-US" dirty="0"/>
          </a:p>
          <a:p>
            <a:r>
              <a:rPr lang="en-US" dirty="0"/>
              <a:t>Point 56.2</a:t>
            </a:r>
            <a:endParaRPr lang="en-US" dirty="0"/>
          </a:p>
          <a:p>
            <a:pPr lvl="1"/>
            <a:r>
              <a:rPr lang="en-US" dirty="0"/>
              <a:t>Point 56.3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56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57.1</a:t>
            </a:r>
            <a:endParaRPr lang="en-US" dirty="0"/>
          </a:p>
          <a:p>
            <a:r>
              <a:rPr lang="en-US" dirty="0"/>
              <a:t>Point 57.2</a:t>
            </a:r>
            <a:endParaRPr lang="en-US" dirty="0"/>
          </a:p>
          <a:p>
            <a:pPr lvl="1"/>
            <a:r>
              <a:rPr lang="en-US" dirty="0"/>
              <a:t>Point 57.3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57</a:t>
            </a: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58.1</a:t>
            </a:r>
            <a:endParaRPr lang="en-US" dirty="0"/>
          </a:p>
          <a:p>
            <a:r>
              <a:rPr lang="en-US" dirty="0"/>
              <a:t>Point 58.2</a:t>
            </a:r>
            <a:endParaRPr lang="en-US" dirty="0"/>
          </a:p>
          <a:p>
            <a:pPr lvl="1"/>
            <a:r>
              <a:rPr lang="en-US" dirty="0"/>
              <a:t>Point 58.3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58</a:t>
            </a:r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59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59.1</a:t>
            </a:r>
            <a:endParaRPr lang="en-US" dirty="0"/>
          </a:p>
          <a:p>
            <a:r>
              <a:rPr lang="en-US" dirty="0"/>
              <a:t>Point 59.2</a:t>
            </a:r>
            <a:endParaRPr lang="en-US" dirty="0"/>
          </a:p>
          <a:p>
            <a:pPr lvl="1"/>
            <a:r>
              <a:rPr lang="en-US" dirty="0"/>
              <a:t>Point 59.3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59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59</a:t>
            </a: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60.1</a:t>
            </a:r>
            <a:endParaRPr lang="en-US" dirty="0"/>
          </a:p>
          <a:p>
            <a:r>
              <a:rPr lang="en-US" dirty="0"/>
              <a:t>Point 60.2</a:t>
            </a:r>
            <a:endParaRPr lang="en-US" dirty="0"/>
          </a:p>
          <a:p>
            <a:pPr lvl="1"/>
            <a:r>
              <a:rPr lang="en-US" dirty="0"/>
              <a:t>Point 60.3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61.1</a:t>
            </a:r>
            <a:endParaRPr lang="en-US" dirty="0"/>
          </a:p>
          <a:p>
            <a:r>
              <a:rPr lang="en-US" dirty="0"/>
              <a:t>Point 61.2</a:t>
            </a:r>
            <a:endParaRPr lang="en-US" dirty="0"/>
          </a:p>
          <a:p>
            <a:pPr lvl="1"/>
            <a:r>
              <a:rPr lang="en-US" dirty="0"/>
              <a:t>Point 61.3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61</a:t>
            </a: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62.1</a:t>
            </a:r>
            <a:endParaRPr lang="en-US" dirty="0"/>
          </a:p>
          <a:p>
            <a:r>
              <a:rPr lang="en-US" dirty="0"/>
              <a:t>Point 62.2</a:t>
            </a:r>
            <a:endParaRPr lang="en-US" dirty="0"/>
          </a:p>
          <a:p>
            <a:pPr lvl="1"/>
            <a:r>
              <a:rPr lang="en-US" dirty="0"/>
              <a:t>Point 62.3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62</a:t>
            </a: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63.1</a:t>
            </a:r>
            <a:endParaRPr lang="en-US" dirty="0"/>
          </a:p>
          <a:p>
            <a:r>
              <a:rPr lang="en-US" dirty="0"/>
              <a:t>Point 63.2</a:t>
            </a:r>
            <a:endParaRPr lang="en-US" dirty="0"/>
          </a:p>
          <a:p>
            <a:pPr lvl="1"/>
            <a:r>
              <a:rPr lang="en-US" dirty="0"/>
              <a:t>Point 63.3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63</a:t>
            </a: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64.1</a:t>
            </a:r>
            <a:endParaRPr lang="en-US" dirty="0"/>
          </a:p>
          <a:p>
            <a:r>
              <a:rPr lang="en-US" dirty="0"/>
              <a:t>Point 64.2</a:t>
            </a:r>
            <a:endParaRPr lang="en-US" dirty="0"/>
          </a:p>
          <a:p>
            <a:pPr lvl="1"/>
            <a:r>
              <a:rPr lang="en-US" dirty="0"/>
              <a:t>Point 64.3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64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65.1</a:t>
            </a:r>
            <a:endParaRPr lang="en-US" dirty="0"/>
          </a:p>
          <a:p>
            <a:r>
              <a:rPr lang="en-US" dirty="0"/>
              <a:t>Point 65.2</a:t>
            </a:r>
            <a:endParaRPr lang="en-US" dirty="0"/>
          </a:p>
          <a:p>
            <a:pPr lvl="1"/>
            <a:r>
              <a:rPr lang="en-US" dirty="0"/>
              <a:t>Point 65.3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65</a:t>
            </a:r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66.1</a:t>
            </a:r>
            <a:endParaRPr lang="en-US" dirty="0"/>
          </a:p>
          <a:p>
            <a:r>
              <a:rPr lang="en-US" dirty="0"/>
              <a:t>Point 66.2</a:t>
            </a:r>
            <a:endParaRPr lang="en-US" dirty="0"/>
          </a:p>
          <a:p>
            <a:pPr lvl="1"/>
            <a:r>
              <a:rPr lang="en-US" dirty="0"/>
              <a:t>Point 66.3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66</a:t>
            </a: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67.1</a:t>
            </a:r>
            <a:endParaRPr lang="en-US" dirty="0"/>
          </a:p>
          <a:p>
            <a:r>
              <a:rPr lang="en-US" dirty="0"/>
              <a:t>Point 67.2</a:t>
            </a:r>
            <a:endParaRPr lang="en-US" dirty="0"/>
          </a:p>
          <a:p>
            <a:pPr lvl="1"/>
            <a:r>
              <a:rPr lang="en-US" dirty="0"/>
              <a:t>Point 67.3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67</a:t>
            </a: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68.1</a:t>
            </a:r>
            <a:endParaRPr lang="en-US" dirty="0"/>
          </a:p>
          <a:p>
            <a:r>
              <a:rPr lang="en-US" dirty="0"/>
              <a:t>Point 68.2</a:t>
            </a:r>
            <a:endParaRPr lang="en-US" dirty="0"/>
          </a:p>
          <a:p>
            <a:pPr lvl="1"/>
            <a:r>
              <a:rPr lang="en-US" dirty="0"/>
              <a:t>Point 68.3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68</a:t>
            </a:r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69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69.1</a:t>
            </a:r>
            <a:endParaRPr lang="en-US" dirty="0"/>
          </a:p>
          <a:p>
            <a:r>
              <a:rPr lang="en-US" dirty="0"/>
              <a:t>Point 69.2</a:t>
            </a:r>
            <a:endParaRPr lang="en-US" dirty="0"/>
          </a:p>
          <a:p>
            <a:pPr lvl="1"/>
            <a:r>
              <a:rPr lang="en-US" dirty="0"/>
              <a:t>Point 69.3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69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69</a:t>
            </a: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70.1</a:t>
            </a:r>
            <a:endParaRPr lang="en-US" dirty="0"/>
          </a:p>
          <a:p>
            <a:r>
              <a:rPr lang="en-US" dirty="0"/>
              <a:t>Point 70.2</a:t>
            </a:r>
            <a:endParaRPr lang="en-US" dirty="0"/>
          </a:p>
          <a:p>
            <a:pPr lvl="1"/>
            <a:r>
              <a:rPr lang="en-US" dirty="0"/>
              <a:t>Point 70.3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71.1</a:t>
            </a:r>
            <a:endParaRPr lang="en-US" dirty="0"/>
          </a:p>
          <a:p>
            <a:r>
              <a:rPr lang="en-US" dirty="0"/>
              <a:t>Point 71.2</a:t>
            </a:r>
            <a:endParaRPr lang="en-US" dirty="0"/>
          </a:p>
          <a:p>
            <a:pPr lvl="1"/>
            <a:r>
              <a:rPr lang="en-US" dirty="0"/>
              <a:t>Point 71.3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71</a:t>
            </a:r>
            <a:endParaRPr 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72.1</a:t>
            </a:r>
            <a:endParaRPr lang="en-US" dirty="0"/>
          </a:p>
          <a:p>
            <a:r>
              <a:rPr lang="en-US" dirty="0"/>
              <a:t>Point 72.2</a:t>
            </a:r>
            <a:endParaRPr lang="en-US" dirty="0"/>
          </a:p>
          <a:p>
            <a:pPr lvl="1"/>
            <a:r>
              <a:rPr lang="en-US" dirty="0"/>
              <a:t>Point 72.3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72</a:t>
            </a:r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73.1</a:t>
            </a:r>
            <a:endParaRPr lang="en-US" dirty="0"/>
          </a:p>
          <a:p>
            <a:r>
              <a:rPr lang="en-US" dirty="0"/>
              <a:t>Point 73.2</a:t>
            </a:r>
            <a:endParaRPr lang="en-US" dirty="0"/>
          </a:p>
          <a:p>
            <a:pPr lvl="1"/>
            <a:r>
              <a:rPr lang="en-US" dirty="0"/>
              <a:t>Point 73.3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73</a:t>
            </a:r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74.1</a:t>
            </a:r>
            <a:endParaRPr lang="en-US" dirty="0"/>
          </a:p>
          <a:p>
            <a:r>
              <a:rPr lang="en-US" dirty="0"/>
              <a:t>Point 74.2</a:t>
            </a:r>
            <a:endParaRPr lang="en-US" dirty="0"/>
          </a:p>
          <a:p>
            <a:pPr lvl="1"/>
            <a:r>
              <a:rPr lang="en-US" dirty="0"/>
              <a:t>Point 74.3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74</a:t>
            </a:r>
            <a:endParaRPr 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75.1</a:t>
            </a:r>
            <a:endParaRPr lang="en-US" dirty="0"/>
          </a:p>
          <a:p>
            <a:r>
              <a:rPr lang="en-US" dirty="0"/>
              <a:t>Point 75.2</a:t>
            </a:r>
            <a:endParaRPr lang="en-US" dirty="0"/>
          </a:p>
          <a:p>
            <a:pPr lvl="1"/>
            <a:r>
              <a:rPr lang="en-US" dirty="0"/>
              <a:t>Point 75.3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75</a:t>
            </a:r>
            <a:endParaRPr 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76.1</a:t>
            </a:r>
            <a:endParaRPr lang="en-US" dirty="0"/>
          </a:p>
          <a:p>
            <a:r>
              <a:rPr lang="en-US" dirty="0"/>
              <a:t>Point 76.2</a:t>
            </a:r>
            <a:endParaRPr lang="en-US" dirty="0"/>
          </a:p>
          <a:p>
            <a:pPr lvl="1"/>
            <a:r>
              <a:rPr lang="en-US" dirty="0"/>
              <a:t>Point 76.3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76</a:t>
            </a:r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77.1</a:t>
            </a:r>
            <a:endParaRPr lang="en-US" dirty="0"/>
          </a:p>
          <a:p>
            <a:r>
              <a:rPr lang="en-US" dirty="0"/>
              <a:t>Point 77.2</a:t>
            </a:r>
            <a:endParaRPr lang="en-US" dirty="0"/>
          </a:p>
          <a:p>
            <a:pPr lvl="1"/>
            <a:r>
              <a:rPr lang="en-US" dirty="0"/>
              <a:t>Point 77.3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77</a:t>
            </a:r>
            <a:endParaRPr 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78.1</a:t>
            </a:r>
            <a:endParaRPr lang="en-US" dirty="0"/>
          </a:p>
          <a:p>
            <a:r>
              <a:rPr lang="en-US" dirty="0"/>
              <a:t>Point 78.2</a:t>
            </a:r>
            <a:endParaRPr lang="en-US" dirty="0"/>
          </a:p>
          <a:p>
            <a:pPr lvl="1"/>
            <a:r>
              <a:rPr lang="en-US" dirty="0"/>
              <a:t>Point 78.3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78</a:t>
            </a:r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79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79.1</a:t>
            </a:r>
            <a:endParaRPr lang="en-US" dirty="0"/>
          </a:p>
          <a:p>
            <a:r>
              <a:rPr lang="en-US" dirty="0"/>
              <a:t>Point 79.2</a:t>
            </a:r>
            <a:endParaRPr lang="en-US" dirty="0"/>
          </a:p>
          <a:p>
            <a:pPr lvl="1"/>
            <a:r>
              <a:rPr lang="en-US" dirty="0"/>
              <a:t>Point 79.3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79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79</a:t>
            </a:r>
            <a:endParaRPr 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80.1</a:t>
            </a:r>
            <a:endParaRPr lang="en-US" dirty="0"/>
          </a:p>
          <a:p>
            <a:r>
              <a:rPr lang="en-US" dirty="0"/>
              <a:t>Point 80.2</a:t>
            </a:r>
            <a:endParaRPr lang="en-US" dirty="0"/>
          </a:p>
          <a:p>
            <a:pPr lvl="1"/>
            <a:r>
              <a:rPr lang="en-US" dirty="0"/>
              <a:t>Point 80.3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81.1</a:t>
            </a:r>
            <a:endParaRPr lang="en-US" dirty="0"/>
          </a:p>
          <a:p>
            <a:r>
              <a:rPr lang="en-US" dirty="0"/>
              <a:t>Point 81.2</a:t>
            </a:r>
            <a:endParaRPr lang="en-US" dirty="0"/>
          </a:p>
          <a:p>
            <a:pPr lvl="1"/>
            <a:r>
              <a:rPr lang="en-US" dirty="0"/>
              <a:t>Point 81.3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81</a:t>
            </a:r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82.1</a:t>
            </a:r>
            <a:endParaRPr lang="en-US" dirty="0"/>
          </a:p>
          <a:p>
            <a:r>
              <a:rPr lang="en-US" dirty="0"/>
              <a:t>Point 82.2</a:t>
            </a:r>
            <a:endParaRPr lang="en-US" dirty="0"/>
          </a:p>
          <a:p>
            <a:pPr lvl="1"/>
            <a:r>
              <a:rPr lang="en-US" dirty="0"/>
              <a:t>Point 82.3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82</a:t>
            </a:r>
            <a:endParaRPr 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83.1</a:t>
            </a:r>
            <a:endParaRPr lang="en-US" dirty="0"/>
          </a:p>
          <a:p>
            <a:r>
              <a:rPr lang="en-US" dirty="0"/>
              <a:t>Point 83.2</a:t>
            </a:r>
            <a:endParaRPr lang="en-US" dirty="0"/>
          </a:p>
          <a:p>
            <a:pPr lvl="1"/>
            <a:r>
              <a:rPr lang="en-US" dirty="0"/>
              <a:t>Point 83.3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83</a:t>
            </a:r>
            <a:endParaRPr 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84.1</a:t>
            </a:r>
            <a:endParaRPr lang="en-US" dirty="0"/>
          </a:p>
          <a:p>
            <a:r>
              <a:rPr lang="en-US" dirty="0"/>
              <a:t>Point 84.2</a:t>
            </a:r>
            <a:endParaRPr lang="en-US" dirty="0"/>
          </a:p>
          <a:p>
            <a:pPr lvl="1"/>
            <a:r>
              <a:rPr lang="en-US" dirty="0"/>
              <a:t>Point 84.3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84</a:t>
            </a:r>
            <a:endParaRPr 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85.1</a:t>
            </a:r>
            <a:endParaRPr lang="en-US" dirty="0"/>
          </a:p>
          <a:p>
            <a:r>
              <a:rPr lang="en-US" dirty="0"/>
              <a:t>Point 85.2</a:t>
            </a:r>
            <a:endParaRPr lang="en-US" dirty="0"/>
          </a:p>
          <a:p>
            <a:pPr lvl="1"/>
            <a:r>
              <a:rPr lang="en-US" dirty="0"/>
              <a:t>Point 85.3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85</a:t>
            </a:r>
            <a:endParaRPr 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86.1</a:t>
            </a:r>
            <a:endParaRPr lang="en-US" dirty="0"/>
          </a:p>
          <a:p>
            <a:r>
              <a:rPr lang="en-US" dirty="0"/>
              <a:t>Point 86.2</a:t>
            </a:r>
            <a:endParaRPr lang="en-US" dirty="0"/>
          </a:p>
          <a:p>
            <a:pPr lvl="1"/>
            <a:r>
              <a:rPr lang="en-US" dirty="0"/>
              <a:t>Point 86.3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86</a:t>
            </a:r>
            <a:endParaRPr 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87.1</a:t>
            </a:r>
            <a:endParaRPr lang="en-US" dirty="0"/>
          </a:p>
          <a:p>
            <a:r>
              <a:rPr lang="en-US" dirty="0"/>
              <a:t>Point 87.2</a:t>
            </a:r>
            <a:endParaRPr lang="en-US" dirty="0"/>
          </a:p>
          <a:p>
            <a:pPr lvl="1"/>
            <a:r>
              <a:rPr lang="en-US" dirty="0"/>
              <a:t>Point 87.3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87</a:t>
            </a:r>
            <a:endParaRPr 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88.1</a:t>
            </a:r>
            <a:endParaRPr lang="en-US" dirty="0"/>
          </a:p>
          <a:p>
            <a:r>
              <a:rPr lang="en-US" dirty="0"/>
              <a:t>Point 88.2</a:t>
            </a:r>
            <a:endParaRPr lang="en-US" dirty="0"/>
          </a:p>
          <a:p>
            <a:pPr lvl="1"/>
            <a:r>
              <a:rPr lang="en-US" dirty="0"/>
              <a:t>Point 88.3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88</a:t>
            </a:r>
            <a:endParaRPr 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89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89.1</a:t>
            </a:r>
            <a:endParaRPr lang="en-US" dirty="0"/>
          </a:p>
          <a:p>
            <a:r>
              <a:rPr lang="en-US" dirty="0"/>
              <a:t>Point 89.2</a:t>
            </a:r>
            <a:endParaRPr lang="en-US" dirty="0"/>
          </a:p>
          <a:p>
            <a:pPr lvl="1"/>
            <a:r>
              <a:rPr lang="en-US" dirty="0"/>
              <a:t>Point 89.3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89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89</a:t>
            </a:r>
            <a:endParaRPr 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90.1</a:t>
            </a:r>
            <a:endParaRPr lang="en-US" dirty="0"/>
          </a:p>
          <a:p>
            <a:r>
              <a:rPr lang="en-US" dirty="0"/>
              <a:t>Point 90.2</a:t>
            </a:r>
            <a:endParaRPr lang="en-US" dirty="0"/>
          </a:p>
          <a:p>
            <a:pPr lvl="1"/>
            <a:r>
              <a:rPr lang="en-US" dirty="0"/>
              <a:t>Point 90.3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91.1</a:t>
            </a:r>
            <a:endParaRPr lang="en-US" dirty="0"/>
          </a:p>
          <a:p>
            <a:r>
              <a:rPr lang="en-US" dirty="0"/>
              <a:t>Point 91.2</a:t>
            </a:r>
            <a:endParaRPr lang="en-US" dirty="0"/>
          </a:p>
          <a:p>
            <a:pPr lvl="1"/>
            <a:r>
              <a:rPr lang="en-US" dirty="0"/>
              <a:t>Point 91.3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91</a:t>
            </a:r>
            <a:endParaRPr 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92.1</a:t>
            </a:r>
            <a:endParaRPr lang="en-US" dirty="0"/>
          </a:p>
          <a:p>
            <a:r>
              <a:rPr lang="en-US" dirty="0"/>
              <a:t>Point 92.2</a:t>
            </a:r>
            <a:endParaRPr lang="en-US" dirty="0"/>
          </a:p>
          <a:p>
            <a:pPr lvl="1"/>
            <a:r>
              <a:rPr lang="en-US" dirty="0"/>
              <a:t>Point 92.3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92</a:t>
            </a:r>
            <a:endParaRPr 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93.1</a:t>
            </a:r>
            <a:endParaRPr lang="en-US" dirty="0"/>
          </a:p>
          <a:p>
            <a:r>
              <a:rPr lang="en-US" dirty="0"/>
              <a:t>Point 93.2</a:t>
            </a:r>
            <a:endParaRPr lang="en-US" dirty="0"/>
          </a:p>
          <a:p>
            <a:pPr lvl="1"/>
            <a:r>
              <a:rPr lang="en-US" dirty="0"/>
              <a:t>Point 93.3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93</a:t>
            </a:r>
            <a:endParaRPr lang="en-US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94.1</a:t>
            </a:r>
            <a:endParaRPr lang="en-US" dirty="0"/>
          </a:p>
          <a:p>
            <a:r>
              <a:rPr lang="en-US" dirty="0"/>
              <a:t>Point 94.2</a:t>
            </a:r>
            <a:endParaRPr lang="en-US" dirty="0"/>
          </a:p>
          <a:p>
            <a:pPr lvl="1"/>
            <a:r>
              <a:rPr lang="en-US" dirty="0"/>
              <a:t>Point 94.3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94</a:t>
            </a:r>
            <a:endParaRPr 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95.1</a:t>
            </a:r>
            <a:endParaRPr lang="en-US" dirty="0"/>
          </a:p>
          <a:p>
            <a:r>
              <a:rPr lang="en-US" dirty="0"/>
              <a:t>Point 95.2</a:t>
            </a:r>
            <a:endParaRPr lang="en-US" dirty="0"/>
          </a:p>
          <a:p>
            <a:pPr lvl="1"/>
            <a:r>
              <a:rPr lang="en-US" dirty="0"/>
              <a:t>Point 95.3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95</a:t>
            </a:r>
            <a:endParaRPr 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96.1</a:t>
            </a:r>
            <a:endParaRPr lang="en-US" dirty="0"/>
          </a:p>
          <a:p>
            <a:r>
              <a:rPr lang="en-US" dirty="0"/>
              <a:t>Point 96.2</a:t>
            </a:r>
            <a:endParaRPr lang="en-US" dirty="0"/>
          </a:p>
          <a:p>
            <a:pPr lvl="1"/>
            <a:r>
              <a:rPr lang="en-US" dirty="0"/>
              <a:t>Point 96.3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96</a:t>
            </a:r>
            <a:endParaRPr 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97.1</a:t>
            </a:r>
            <a:endParaRPr lang="en-US" dirty="0"/>
          </a:p>
          <a:p>
            <a:r>
              <a:rPr lang="en-US" dirty="0"/>
              <a:t>Point 97.2</a:t>
            </a:r>
            <a:endParaRPr lang="en-US" dirty="0"/>
          </a:p>
          <a:p>
            <a:pPr lvl="1"/>
            <a:r>
              <a:rPr lang="en-US" dirty="0"/>
              <a:t>Point 97.3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97</a:t>
            </a:r>
            <a:endParaRPr 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98.1</a:t>
            </a:r>
            <a:endParaRPr lang="en-US" dirty="0"/>
          </a:p>
          <a:p>
            <a:r>
              <a:rPr lang="en-US" dirty="0"/>
              <a:t>Point 98.2</a:t>
            </a:r>
            <a:endParaRPr lang="en-US" dirty="0"/>
          </a:p>
          <a:p>
            <a:pPr lvl="1"/>
            <a:r>
              <a:rPr lang="en-US" dirty="0"/>
              <a:t>Point 98.3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98</a:t>
            </a:r>
            <a:endParaRPr 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99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99.1</a:t>
            </a:r>
            <a:endParaRPr lang="en-US" dirty="0"/>
          </a:p>
          <a:p>
            <a:r>
              <a:rPr lang="en-US" dirty="0"/>
              <a:t>Point 99.2</a:t>
            </a:r>
            <a:endParaRPr lang="en-US" dirty="0"/>
          </a:p>
          <a:p>
            <a:pPr lvl="1"/>
            <a:r>
              <a:rPr lang="en-US" dirty="0"/>
              <a:t>Point 99.3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99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99</a:t>
            </a:r>
            <a:endParaRPr lang="en-US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100.1</a:t>
            </a:r>
            <a:endParaRPr lang="en-US" dirty="0"/>
          </a:p>
          <a:p>
            <a:r>
              <a:rPr lang="en-US" dirty="0"/>
              <a:t>Point 100.2</a:t>
            </a:r>
            <a:endParaRPr lang="en-US" dirty="0"/>
          </a:p>
          <a:p>
            <a:pPr lvl="1"/>
            <a:r>
              <a:rPr lang="en-US" dirty="0"/>
              <a:t>Point 100.3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101.1</a:t>
            </a:r>
            <a:endParaRPr lang="en-US" dirty="0"/>
          </a:p>
          <a:p>
            <a:r>
              <a:rPr lang="en-US" dirty="0"/>
              <a:t>Point 101.2</a:t>
            </a:r>
            <a:endParaRPr lang="en-US" dirty="0"/>
          </a:p>
          <a:p>
            <a:pPr lvl="1"/>
            <a:r>
              <a:rPr lang="en-US" dirty="0"/>
              <a:t>Point 101.3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101</a:t>
            </a:r>
            <a:endParaRPr lang="en-US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102.1</a:t>
            </a:r>
            <a:endParaRPr lang="en-US" dirty="0"/>
          </a:p>
          <a:p>
            <a:r>
              <a:rPr lang="en-US" dirty="0"/>
              <a:t>Point 102.2</a:t>
            </a:r>
            <a:endParaRPr lang="en-US" dirty="0"/>
          </a:p>
          <a:p>
            <a:pPr lvl="1"/>
            <a:r>
              <a:rPr lang="en-US" dirty="0"/>
              <a:t>Point 102.3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102</a:t>
            </a:r>
            <a:endParaRPr lang="en-US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103.1</a:t>
            </a:r>
            <a:endParaRPr lang="en-US" dirty="0"/>
          </a:p>
          <a:p>
            <a:r>
              <a:rPr lang="en-US" dirty="0"/>
              <a:t>Point 103.2</a:t>
            </a:r>
            <a:endParaRPr lang="en-US" dirty="0"/>
          </a:p>
          <a:p>
            <a:pPr lvl="1"/>
            <a:r>
              <a:rPr lang="en-US" dirty="0"/>
              <a:t>Point 103.3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103</a:t>
            </a:r>
            <a:endParaRPr lang="en-US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104.1</a:t>
            </a:r>
            <a:endParaRPr lang="en-US" dirty="0"/>
          </a:p>
          <a:p>
            <a:r>
              <a:rPr lang="en-US" dirty="0"/>
              <a:t>Point 104.2</a:t>
            </a:r>
            <a:endParaRPr lang="en-US" dirty="0"/>
          </a:p>
          <a:p>
            <a:pPr lvl="1"/>
            <a:r>
              <a:rPr lang="en-US" dirty="0"/>
              <a:t>Point 104.3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104</a:t>
            </a:r>
            <a:endParaRPr lang="en-US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105.1</a:t>
            </a:r>
            <a:endParaRPr lang="en-US" dirty="0"/>
          </a:p>
          <a:p>
            <a:r>
              <a:rPr lang="en-US" dirty="0"/>
              <a:t>Point 105.2</a:t>
            </a:r>
            <a:endParaRPr lang="en-US" dirty="0"/>
          </a:p>
          <a:p>
            <a:pPr lvl="1"/>
            <a:r>
              <a:rPr lang="en-US" dirty="0"/>
              <a:t>Point 105.3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105</a:t>
            </a:r>
            <a:endParaRPr lang="en-US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106.1</a:t>
            </a:r>
            <a:endParaRPr lang="en-US" dirty="0"/>
          </a:p>
          <a:p>
            <a:r>
              <a:rPr lang="en-US" dirty="0"/>
              <a:t>Point 106.2</a:t>
            </a:r>
            <a:endParaRPr lang="en-US" dirty="0"/>
          </a:p>
          <a:p>
            <a:pPr lvl="1"/>
            <a:r>
              <a:rPr lang="en-US" dirty="0"/>
              <a:t>Point 106.3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106</a:t>
            </a:r>
            <a:endParaRPr lang="en-US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107.1</a:t>
            </a:r>
            <a:endParaRPr lang="en-US" dirty="0"/>
          </a:p>
          <a:p>
            <a:r>
              <a:rPr lang="en-US" dirty="0"/>
              <a:t>Point 107.2</a:t>
            </a:r>
            <a:endParaRPr lang="en-US" dirty="0"/>
          </a:p>
          <a:p>
            <a:pPr lvl="1"/>
            <a:r>
              <a:rPr lang="en-US" dirty="0"/>
              <a:t>Point 107.3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107</a:t>
            </a:r>
            <a:endParaRPr lang="en-US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108.1</a:t>
            </a:r>
            <a:endParaRPr lang="en-US" dirty="0"/>
          </a:p>
          <a:p>
            <a:r>
              <a:rPr lang="en-US" dirty="0"/>
              <a:t>Point 108.2</a:t>
            </a:r>
            <a:endParaRPr lang="en-US" dirty="0"/>
          </a:p>
          <a:p>
            <a:pPr lvl="1"/>
            <a:r>
              <a:rPr lang="en-US" dirty="0"/>
              <a:t>Point 108.3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108</a:t>
            </a:r>
            <a:endParaRPr lang="en-US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109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109.1</a:t>
            </a:r>
            <a:endParaRPr lang="en-US" dirty="0"/>
          </a:p>
          <a:p>
            <a:r>
              <a:rPr lang="en-US" dirty="0"/>
              <a:t>Point 109.2</a:t>
            </a:r>
            <a:endParaRPr lang="en-US" dirty="0"/>
          </a:p>
          <a:p>
            <a:pPr lvl="1"/>
            <a:r>
              <a:rPr lang="en-US" dirty="0"/>
              <a:t>Point 109.3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109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109</a:t>
            </a:r>
            <a:endParaRPr lang="en-US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110.1</a:t>
            </a:r>
            <a:endParaRPr lang="en-US" dirty="0"/>
          </a:p>
          <a:p>
            <a:r>
              <a:rPr lang="en-US" dirty="0"/>
              <a:t>Point 110.2</a:t>
            </a:r>
            <a:endParaRPr lang="en-US" dirty="0"/>
          </a:p>
          <a:p>
            <a:pPr lvl="1"/>
            <a:r>
              <a:rPr lang="en-US" dirty="0"/>
              <a:t>Point 110.3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111.1</a:t>
            </a:r>
            <a:endParaRPr lang="en-US" dirty="0"/>
          </a:p>
          <a:p>
            <a:r>
              <a:rPr lang="en-US" dirty="0"/>
              <a:t>Point 111.2</a:t>
            </a:r>
            <a:endParaRPr lang="en-US" dirty="0"/>
          </a:p>
          <a:p>
            <a:pPr lvl="1"/>
            <a:r>
              <a:rPr lang="en-US" dirty="0"/>
              <a:t>Point 111.3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111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111</a:t>
            </a:r>
            <a:endParaRPr lang="en-US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112.1</a:t>
            </a:r>
            <a:endParaRPr lang="en-US" dirty="0"/>
          </a:p>
          <a:p>
            <a:r>
              <a:rPr lang="en-US" dirty="0"/>
              <a:t>Point 112.2</a:t>
            </a:r>
            <a:endParaRPr lang="en-US" dirty="0"/>
          </a:p>
          <a:p>
            <a:pPr lvl="1"/>
            <a:r>
              <a:rPr lang="en-US" dirty="0"/>
              <a:t>Point 112.3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112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112</a:t>
            </a:r>
            <a:endParaRPr lang="en-US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113.1</a:t>
            </a:r>
            <a:endParaRPr lang="en-US" dirty="0"/>
          </a:p>
          <a:p>
            <a:r>
              <a:rPr lang="en-US" dirty="0"/>
              <a:t>Point 113.2</a:t>
            </a:r>
            <a:endParaRPr lang="en-US" dirty="0"/>
          </a:p>
          <a:p>
            <a:pPr lvl="1"/>
            <a:r>
              <a:rPr lang="en-US" dirty="0"/>
              <a:t>Point 113.3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113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113</a:t>
            </a:r>
            <a:endParaRPr lang="en-US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114.1</a:t>
            </a:r>
            <a:endParaRPr lang="en-US" dirty="0"/>
          </a:p>
          <a:p>
            <a:r>
              <a:rPr lang="en-US" dirty="0"/>
              <a:t>Point 114.2</a:t>
            </a:r>
            <a:endParaRPr lang="en-US" dirty="0"/>
          </a:p>
          <a:p>
            <a:pPr lvl="1"/>
            <a:r>
              <a:rPr lang="en-US" dirty="0"/>
              <a:t>Point 114.3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114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114</a:t>
            </a:r>
            <a:endParaRPr lang="en-US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115.1</a:t>
            </a:r>
            <a:endParaRPr lang="en-US" dirty="0"/>
          </a:p>
          <a:p>
            <a:r>
              <a:rPr lang="en-US" dirty="0"/>
              <a:t>Point 115.2</a:t>
            </a:r>
            <a:endParaRPr lang="en-US" dirty="0"/>
          </a:p>
          <a:p>
            <a:pPr lvl="1"/>
            <a:r>
              <a:rPr lang="en-US" dirty="0"/>
              <a:t>Point 115.3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115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2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115</a:t>
            </a:r>
            <a:endParaRPr lang="en-US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116.1</a:t>
            </a:r>
            <a:endParaRPr lang="en-US" dirty="0"/>
          </a:p>
          <a:p>
            <a:r>
              <a:rPr lang="en-US" dirty="0"/>
              <a:t>Point 116.2</a:t>
            </a:r>
            <a:endParaRPr lang="en-US" dirty="0"/>
          </a:p>
          <a:p>
            <a:pPr lvl="1"/>
            <a:r>
              <a:rPr lang="en-US" dirty="0"/>
              <a:t>Point 116.3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116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3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116</a:t>
            </a:r>
            <a:endParaRPr lang="en-US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117.1</a:t>
            </a:r>
            <a:endParaRPr lang="en-US" dirty="0"/>
          </a:p>
          <a:p>
            <a:r>
              <a:rPr lang="en-US" dirty="0"/>
              <a:t>Point 117.2</a:t>
            </a:r>
            <a:endParaRPr lang="en-US" dirty="0"/>
          </a:p>
          <a:p>
            <a:pPr lvl="1"/>
            <a:r>
              <a:rPr lang="en-US" dirty="0"/>
              <a:t>Point 117.3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117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4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117</a:t>
            </a:r>
            <a:endParaRPr lang="en-US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118.1</a:t>
            </a:r>
            <a:endParaRPr lang="en-US" dirty="0"/>
          </a:p>
          <a:p>
            <a:r>
              <a:rPr lang="en-US" dirty="0"/>
              <a:t>Point 118.2</a:t>
            </a:r>
            <a:endParaRPr lang="en-US" dirty="0"/>
          </a:p>
          <a:p>
            <a:pPr lvl="1"/>
            <a:r>
              <a:rPr lang="en-US" dirty="0"/>
              <a:t>Point 118.3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118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118</a:t>
            </a:r>
            <a:endParaRPr lang="en-US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119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119.1</a:t>
            </a:r>
            <a:endParaRPr lang="en-US" dirty="0"/>
          </a:p>
          <a:p>
            <a:r>
              <a:rPr lang="en-US" dirty="0"/>
              <a:t>Point 119.2</a:t>
            </a:r>
            <a:endParaRPr lang="en-US" dirty="0"/>
          </a:p>
          <a:p>
            <a:pPr lvl="1"/>
            <a:r>
              <a:rPr lang="en-US" dirty="0"/>
              <a:t>Point 119.3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119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6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119</a:t>
            </a:r>
            <a:endParaRPr lang="en-US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120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Point 120.1</a:t>
            </a:r>
            <a:endParaRPr lang="en-US" dirty="0"/>
          </a:p>
          <a:p>
            <a:r>
              <a:rPr lang="en-US" dirty="0"/>
              <a:t>Point 120.2</a:t>
            </a:r>
            <a:endParaRPr lang="en-US" dirty="0"/>
          </a:p>
          <a:p>
            <a:pPr lvl="1"/>
            <a:r>
              <a:rPr lang="en-US" dirty="0"/>
              <a:t>Point 120.3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4572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Footnote 120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8229600" y="50292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120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120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 hundred and twenty</dc:title>
  <dc:creator>Corpus</dc:creator>
  <dcterms:created xsi:type="dcterms:W3CDTF">2026-01-01T00:00:00Z</dcterms:created>
  <dcterms:modified xsi:type="dcterms:W3CDTF">2026-01-01T00:00:00Z</dcterms:modified>
</cp:coreProperties>
</file>