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Freeforms</a:t>
            </a:r>
            <a:endParaRPr lang="en-US" dirty="0"/>
          </a:p>
        </p:txBody>
      </p:sp>
      <p:sp>
        <p:nvSpPr>
          <p:cNvPr id="3" name="Shape 2"/>
          <p:cNvSpPr/>
          <p:nvPr/>
        </p:nvSpPr>
        <p:spPr>
          <a:xfrm>
            <a:off x="914400" y="1828800"/>
            <a:ext cx="1828800" cy="1828800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0" y="0"/>
                </a:moveTo>
                <a:lnTo>
                  <a:pt x="100" y="50"/>
                </a:lnTo>
                <a:lnTo>
                  <a:pt x="0" y="100"/>
                </a:lnTo>
                <a:close/>
              </a:path>
            </a:pathLst>
          </a:custGeom>
          <a:solidFill>
            <a:srgbClr val="ED7D31"/>
          </a:solidFill>
        </p:spPr>
        <p:txBody>
          <a:bodyPr rtlCol="0"/>
          <a:lstStyle/>
          <a:p>
            <a:r>
              <a:rPr lang="en-US" dirty="0"/>
              <a:t>freeform</a:t>
            </a:r>
            <a:endParaRPr lang="en-US" dirty="0"/>
          </a:p>
        </p:txBody>
      </p:sp>
      <p:sp>
        <p:nvSpPr>
          <p:cNvPr id="4" name="Shape 3"/>
          <p:cNvSpPr/>
          <p:nvPr/>
        </p:nvSpPr>
        <p:spPr>
          <a:xfrm>
            <a:off x="3657600" y="1828800"/>
            <a:ext cx="1828800" cy="1828800"/>
          </a:xfrm>
          <a:prstGeom prst="flowChartDecision">
            <a:avLst/>
          </a:prstGeom>
          <a:solidFill>
            <a:srgbClr val="A5A5A5"/>
          </a:solidFill>
        </p:spPr>
        <p:txBody>
          <a:bodyPr rtlCol="0"/>
          <a:lstStyle/>
          <a:p>
            <a:r>
              <a:rPr lang="en-US" dirty="0"/>
              <a:t>decision</a:t>
            </a:r>
            <a:endParaRPr lang="en-US" dirty="0"/>
          </a:p>
        </p:txBody>
      </p:sp>
      <p:sp>
        <p:nvSpPr>
          <p:cNvPr id="5" name="Shape 4"/>
          <p:cNvSpPr/>
          <p:nvPr/>
        </p:nvSpPr>
        <p:spPr>
          <a:xfrm>
            <a:off x="6400800" y="1828800"/>
            <a:ext cx="1828800" cy="1828800"/>
          </a:xfrm>
          <a:prstGeom prst="sun">
            <a:avLst/>
          </a:prstGeom>
          <a:solidFill>
            <a:srgbClr val="FFC000"/>
          </a:solidFill>
        </p:spPr>
        <p:txBody>
          <a:bodyPr rtlCol="0"/>
          <a:lstStyle/>
          <a:p>
            <a:r>
              <a:rPr lang="en-US" dirty="0"/>
              <a:t>sun</a:t>
            </a:r>
            <a:endParaRPr lang="en-US" dirty="0"/>
          </a:p>
        </p:txBody>
      </p:sp>
      <p:sp>
        <p:nvSpPr>
          <p:cNvPr id="6" name="Shape 5"/>
          <p:cNvSpPr/>
          <p:nvPr/>
        </p:nvSpPr>
        <p:spPr>
          <a:xfrm>
            <a:off x="8686800" y="1828800"/>
            <a:ext cx="1371600" cy="1371600"/>
          </a:xfrm>
          <a:prstGeom prst="mathPlus">
            <a:avLst/>
          </a:prstGeom>
          <a:solidFill>
            <a:srgbClr val="5B9BD5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Geometry</dc:title>
  <dc:creator>Corpus</dc:creator>
  <dcterms:created xsi:type="dcterms:W3CDTF">2026-01-01T00:00:00Z</dcterms:created>
  <dcterms:modified xsi:type="dcterms:W3CDTF">2026-01-01T00:00:00Z</dcterms:modified>
</cp:coreProperties>
</file>