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that PowerPoint's template gives a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offic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real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PowerPoint's own master, through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Levels and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level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/>
            <a:r>
              <a:t>Back to the first</a:t>
            </a:r>
          </a:p>
          <a:p>
            <a:r>
              <a:rPr b="1">
                <a:solidFill>
                  <a:srgbClr val="C00000"/>
                </a:solidFill>
                <a:hlinkClick r:id="rId2"/>
              </a:rPr>
              <a:t>Bold, red and linked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Left column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Right column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5488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 and shapes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 gridSpan="2">
                  <a:txBody>
                    <a:bodyPr/>
                    <a:lstStyle/>
                    <a:p>
                      <a:r>
                        <a:t>Merged 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</a:tr>
              <a:tr h="457200">
                <a:tc rowSpan="2">
                  <a:txBody>
                    <a:bodyPr/>
                    <a:lstStyle/>
                    <a:p>
                      <a:r>
                        <a:t>r1c0</a:t>
                      </a:r>
                    </a:p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0" y="1828800"/>
            <a:ext cx="2286000" cy="914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Accent 2, lighter 40%</a:t>
            </a:r>
          </a:p>
        </p:txBody>
      </p:sp>
      <p:sp>
        <p:nvSpPr>
          <p:cNvPr id="5" name="Oval 4"/>
          <p:cNvSpPr/>
          <p:nvPr/>
        </p:nvSpPr>
        <p:spPr>
          <a:xfrm>
            <a:off x="5486400" y="3291840"/>
            <a:ext cx="1371600" cy="1371600"/>
          </a:xfrm>
          <a:prstGeom prst="ellipse">
            <a:avLst/>
          </a:prstGeom>
          <a:solidFill>
            <a:srgbClr val="70AD47"/>
          </a:solidFill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 rot="900000">
            <a:off x="640080" y="3840480"/>
            <a:ext cx="1828800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2743200" cy="1828800"/>
            <a:chOff x="914400" y="914400"/>
            <a:chExt cx="2743200" cy="1828800"/>
          </a:xfrm>
        </p:grpSpPr>
        <p:sp>
          <p:nvSpPr>
            <p:cNvPr id="3" name="Rectangle 2"/>
            <p:cNvSpPr/>
            <p:nvPr/>
          </p:nvSpPr>
          <p:spPr>
            <a:xfrm>
              <a:off x="914400" y="9144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 a group</a:t>
              </a:r>
            </a:p>
          </p:txBody>
        </p:sp>
        <p:sp>
          <p:nvSpPr>
            <p:cNvPr id="4" name="Oval 3"/>
            <p:cNvSpPr/>
            <p:nvPr/>
          </p:nvSpPr>
          <p:spPr>
            <a:xfrm>
              <a:off x="2743200" y="1828800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3657600"/>
            <a:ext cx="3657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t>A text box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14400"/>
            <a:ext cx="274320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Introduces a part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Left 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Right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Right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The caption's words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