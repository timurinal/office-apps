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gif" ContentType="image/gif"/>
  <Default Extension="webp" ContentType="image/webp"/>
  <Default Extension="emf" ContentType="image/x-emf"/>
  <Default Extension="svg" ContentType="image/svg+xml"/>
  <Default Extension="xlsx" ContentType="application/vnd.openxmlformats-officedocument.spreadsheetml.sheet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5715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3"/>
            <a:ext cx="6858000" cy="1989667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21354"/>
            <a:ext cx="3886200" cy="3626115"/>
          </a:xfrm>
        </p:spPr>
        <p:txBody>
          <a:bodyPr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>
          <a:xfrm>
            <a:off x="4629150" y="1521354"/>
            <a:ext cx="3886200" cy="3626115"/>
          </a:xfrm>
        </p:spPr>
        <p:txBody>
          <a:bodyPr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anchor="ctr" rtlCol="0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296958"/>
            <a:ext cx="2057400" cy="304271"/>
          </a:xfrm>
          <a:prstGeom prst="rect">
            <a:avLst/>
          </a:prstGeom>
        </p:spPr>
        <p:txBody>
          <a:bodyPr vert="horz" lIns="91440" tIns="45720" rIns="91440" bIns="45720" anchor="ctr" rtlCol="0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296958"/>
            <a:ext cx="3086100" cy="304271"/>
          </a:xfrm>
          <a:prstGeom prst="rect">
            <a:avLst/>
          </a:prstGeom>
        </p:spPr>
        <p:txBody>
          <a:bodyPr vert="horz" lIns="91440" tIns="45720" rIns="91440" bIns="45720" anchor="ctr" rtlCol="0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296958"/>
            <a:ext cx="2057400" cy="304271"/>
          </a:xfrm>
          <a:prstGeom prst="rect">
            <a:avLst/>
          </a:prstGeom>
        </p:spPr>
        <p:txBody>
          <a:bodyPr vert="horz" lIns="91440" tIns="45720" rIns="91440" bIns="45720" anchor="ctr" rtlCol="0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49" r:id="rId1"/>
    <p:sldLayoutId id="2147484650" r:id="rId2"/>
    <p:sldLayoutId id="2147484651" r:id="rId3"/>
    <p:sldLayoutId id="2147484652" r:id="rId4"/>
    <p:sldLayoutId id="2147484653" r:id="rId5"/>
    <p:sldLayoutId id="214748465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r>
              <a:rPr lang="en-US" dirty="0"/>
              <a:t>Sixteen by 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r>
              <a:rPr lang="en-US" dirty="0"/>
              <a:t>Between the two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sz="4400" dirty="0"/>
              <a:t>A 44 point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sz="2800" dirty="0"/>
              <a:t>Body at 28 points</a:t>
            </a:r>
            <a:endParaRPr lang="en-US" dirty="0"/>
          </a:p>
        </p:txBody>
      </p:sp>
      <p:sp>
        <p:nvSpPr>
          <p:cNvPr id="4" name="Shape 3"/>
          <p:cNvSpPr/>
          <p:nvPr/>
        </p:nvSpPr>
        <p:spPr>
          <a:xfrm>
            <a:off x="914400" y="3657600"/>
            <a:ext cx="1828800" cy="731520"/>
          </a:xfrm>
          <a:prstGeom prst="rect">
            <a:avLst/>
          </a:prstGeom>
          <a:solidFill>
            <a:srgbClr val="70AD47"/>
          </a:solidFill>
        </p:spPr>
        <p:txBody>
          <a:bodyPr rtlCol="0"/>
          <a:lstStyle/>
          <a:p>
            <a:r>
              <a:rPr lang="en-US" sz="1800" dirty="0"/>
              <a:t>Box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2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Sixteen by ten</dc:title>
  <dc:creator>Corpus</dc:creator>
  <dcterms:created xsi:type="dcterms:W3CDTF">2026-01-01T00:00:00Z</dcterms:created>
  <dcterms:modified xsi:type="dcterms:W3CDTF">2026-01-01T00:00:00Z</dcterms:modified>
</cp:coreProperties>
</file>