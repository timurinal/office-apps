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Merged cells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5486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</a:rPr>
                        <a:t>Header spans two</a:t>
                      </a:r>
                      <a:endParaRPr lang="en-US" dirty="0"/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US" dirty="0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US" dirty="0"/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Tall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  <a:endParaRPr lang="en-US" dirty="0"/>
                    </a:p>
                  </a:txBody>
                  <a:tcPr/>
                </a:tc>
                <a:tc gridSpan="2" rowSpan="2">
                  <a:txBody>
                    <a:bodyPr/>
                    <a:lstStyle/>
                    <a:p>
                      <a:r>
                        <a:rPr lang="en-US" dirty="0"/>
                        <a:t>Big</a:t>
                      </a:r>
                      <a:endParaRPr lang="en-US" dirty="0"/>
                    </a:p>
                  </a:txBody>
                  <a:tcPr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b4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Plain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3657600" cy="741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four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Tables</dc:title>
  <dc:creator>Corpus</dc:creator>
  <dcterms:created xsi:type="dcterms:W3CDTF">2026-01-01T00:00:00Z</dcterms:created>
  <dcterms:modified xsi:type="dcterms:W3CDTF">2026-01-01T00:00:00Z</dcterms:modified>
</cp:coreProperties>
</file>