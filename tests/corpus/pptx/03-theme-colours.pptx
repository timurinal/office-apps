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Theme colours</a:t>
            </a:r>
            <a:endParaRPr lang="en-US" dirty="0"/>
          </a:p>
        </p:txBody>
      </p:sp>
      <p:sp>
        <p:nvSpPr>
          <p:cNvPr id="3" name="Shape 2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chemeClr val="accent1"/>
          </a:solidFill>
        </p:spPr>
        <p:txBody>
          <a:bodyPr rtlCol="0"/>
          <a:lstStyle/>
          <a:p>
            <a:r>
              <a:rPr lang="en-US" dirty="0"/>
              <a:t>accent1</a:t>
            </a:r>
            <a:endParaRPr lang="en-US" dirty="0"/>
          </a:p>
        </p:txBody>
      </p:sp>
      <p:sp>
        <p:nvSpPr>
          <p:cNvPr id="4" name="Shape 3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tlCol="0"/>
          <a:lstStyle/>
          <a:p>
            <a:r>
              <a:rPr lang="en-US" dirty="0"/>
              <a:t>lighter 40%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rtlCol="0"/>
          <a:lstStyle/>
          <a:p>
            <a:r>
              <a:rPr lang="en-US" dirty="0"/>
              <a:t>darker 25%</a:t>
            </a:r>
            <a:endParaRPr lang="en-US" dirty="0"/>
          </a:p>
        </p:txBody>
      </p:sp>
      <p:sp>
        <p:nvSpPr>
          <p:cNvPr id="6" name="Shape 5"/>
          <p:cNvSpPr/>
          <p:nvPr/>
        </p:nvSpPr>
        <p:spPr>
          <a:xfrm>
            <a:off x="6949440" y="1828800"/>
            <a:ext cx="1828800" cy="914400"/>
          </a:xfrm>
          <a:prstGeom prst="rect">
            <a:avLst/>
          </a:prstGeom>
          <a:solidFill>
            <a:schemeClr val="accent3">
              <a:alpha val="50000"/>
            </a:schemeClr>
          </a:solidFill>
        </p:spPr>
        <p:txBody>
          <a:bodyPr rtlCol="0"/>
          <a:lstStyle/>
          <a:p>
            <a:r>
              <a:rPr lang="en-US" dirty="0"/>
              <a:t>half clear</a:t>
            </a:r>
            <a:endParaRPr lang="en-US" dirty="0"/>
          </a:p>
        </p:txBody>
      </p:sp>
      <p:sp>
        <p:nvSpPr>
          <p:cNvPr id="7" name="Shape 6"/>
          <p:cNvSpPr/>
          <p:nvPr/>
        </p:nvSpPr>
        <p:spPr>
          <a:xfrm>
            <a:off x="914400" y="3108960"/>
            <a:ext cx="1828800" cy="914400"/>
          </a:xfrm>
          <a:prstGeom prst="rect">
            <a:avLst/>
          </a:prstGeom>
          <a:solidFill>
            <a:srgbClr val="112233">
              <a:alpha val="40000"/>
            </a:srgbClr>
          </a:solidFill>
        </p:spPr>
        <p:txBody>
          <a:bodyPr rtlCol="0"/>
          <a:lstStyle/>
          <a:p>
            <a:r>
              <a:rPr lang="en-US" dirty="0"/>
              <a:t>hex, 40%</a:t>
            </a:r>
            <a:endParaRPr lang="en-US" dirty="0"/>
          </a:p>
        </p:txBody>
      </p:sp>
      <p:sp>
        <p:nvSpPr>
          <p:cNvPr id="8" name="Shape 7"/>
          <p:cNvSpPr/>
          <p:nvPr/>
        </p:nvSpPr>
        <p:spPr>
          <a:xfrm>
            <a:off x="2926080" y="3108960"/>
            <a:ext cx="1828800" cy="914400"/>
          </a:xfrm>
          <a:prstGeom prst="rect">
            <a:avLst/>
          </a:prstGeom>
          <a:solidFill>
            <a:srgbClr val="4472C4">
              <a:lumMod val="50000"/>
            </a:srgbClr>
          </a:solidFill>
        </p:spPr>
        <p:txBody>
          <a:bodyPr rtlCol="0"/>
          <a:lstStyle/>
          <a:p>
            <a:r>
              <a:rPr lang="en-US" dirty="0"/>
              <a:t>hex darker</a:t>
            </a:r>
            <a:endParaRPr lang="en-US" dirty="0"/>
          </a:p>
        </p:txBody>
      </p:sp>
      <p:sp>
        <p:nvSpPr>
          <p:cNvPr id="9" name="Shape 8"/>
          <p:cNvSpPr/>
          <p:nvPr/>
        </p:nvSpPr>
        <p:spPr>
          <a:xfrm>
            <a:off x="4937760" y="3108960"/>
            <a:ext cx="1828800" cy="914400"/>
          </a:xfrm>
          <a:prstGeom prst="rect">
            <a:avLst/>
          </a:prstGeom>
          <a:solidFill>
            <a:schemeClr val="bg1"/>
          </a:solidFill>
        </p:spPr>
        <p:txBody>
          <a:bodyPr rtlCol="0"/>
          <a:lstStyle/>
          <a:p>
            <a:r>
              <a:rPr lang="en-US" dirty="0">
                <a:solidFill>
                  <a:schemeClr val="tx1"/>
                </a:solidFill>
              </a:rPr>
              <a:t>bg1 on dark</a:t>
            </a:r>
            <a:endParaRPr lang="en-US" dirty="0"/>
          </a:p>
        </p:txBody>
      </p:sp>
      <p:sp>
        <p:nvSpPr>
          <p:cNvPr id="10" name="Shape 9"/>
          <p:cNvSpPr/>
          <p:nvPr/>
        </p:nvSpPr>
        <p:spPr>
          <a:xfrm>
            <a:off x="6949440" y="3108960"/>
            <a:ext cx="1828800" cy="914400"/>
          </a:xfrm>
          <a:prstGeom prst="rect">
            <a:avLst/>
          </a:prstGeom>
          <a:solidFill>
            <a:sysClr val="windowText" lastClr="000000"/>
          </a:solidFill>
        </p:spPr>
        <p:txBody>
          <a:bodyPr rtlCol="0"/>
          <a:lstStyle/>
          <a:p>
            <a:r>
              <a:rPr lang="en-US" dirty="0">
                <a:solidFill>
                  <a:prstClr val="white"/>
                </a:solidFill>
              </a:rPr>
              <a:t>system</a:t>
            </a:r>
            <a:endParaRPr lang="en-US" dirty="0"/>
          </a:p>
        </p:txBody>
      </p:sp>
      <p:sp>
        <p:nvSpPr>
          <p:cNvPr id="11" name="Shape 10"/>
          <p:cNvSpPr/>
          <p:nvPr/>
        </p:nvSpPr>
        <p:spPr>
          <a:xfrm>
            <a:off x="914400" y="4389120"/>
            <a:ext cx="1828800" cy="914400"/>
          </a:xfrm>
          <a:prstGeom prst="rect">
            <a:avLst/>
          </a:prstGeom>
          <a:solidFill>
            <a:schemeClr val="accent4">
              <a:tint val="40000"/>
            </a:schemeClr>
          </a:solidFill>
        </p:spPr>
        <p:txBody>
          <a:bodyPr rtlCol="0"/>
          <a:lstStyle/>
          <a:p>
            <a:r>
              <a:rPr lang="en-US" dirty="0"/>
              <a:t>tint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Colours</dc:title>
  <dc:creator>Corpus</dc:creator>
  <dcterms:created xsi:type="dcterms:W3CDTF">2026-01-01T00:00:00Z</dcterms:created>
  <dcterms:modified xsi:type="dcterms:W3CDTF">2026-01-01T00:00:00Z</dcterms:modified>
</cp:coreProperties>
</file>