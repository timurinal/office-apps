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gif"/><Relationship Id="rId5" Type="http://schemas.openxmlformats.org/officeDocument/2006/relationships/image" Target="../media/image4.webp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7.svg"/><Relationship Id="rId4" Type="http://schemas.openxmlformats.org/officeDocument/2006/relationships/image" Target="../media/image6.emf"/><Relationship Id="rId5" Type="http://schemas.openxmlformats.org/officeDocument/2006/relationships/image" Target="file:///C:/pictures/x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Formats</a:t>
            </a:r>
            <a:endParaRPr lang="en-US" dirty="0"/>
          </a:p>
        </p:txBody>
      </p:sp>
      <p:pic>
        <p:nvPicPr>
          <p:cNvPr id="3" name="Picture 2" descr="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028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1828800" cy="1028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28800"/>
            <a:ext cx="1097280" cy="1097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Crop</a:t>
            </a:r>
            <a:endParaRPr lang="en-US" dirty="0"/>
          </a:p>
        </p:txBody>
      </p:sp>
      <p:pic>
        <p:nvPicPr>
          <p:cNvPr id="3" name="Cropped"/>
          <p:cNvPicPr>
            <a:picLocks noChangeAspect="1"/>
          </p:cNvPicPr>
          <p:nvPr/>
        </p:nvPicPr>
        <p:blipFill>
          <a:blip r:embed="rId2"/>
          <a:srcRect l="25000" t="10000" r="25000" b="0"/>
          <a:stretch>
            <a:fillRect/>
          </a:stretch>
        </p:blipFill>
        <p:spPr>
          <a:xfrm>
            <a:off x="914400" y="1828800"/>
            <a:ext cx="1828800" cy="1028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0" t="50000"/>
          <a:stretch>
            <a:fillRect/>
          </a:stretch>
        </p:blipFill>
        <p:spPr>
          <a:xfrm>
            <a:off x="3657600" y="1828800"/>
            <a:ext cx="914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Fallbacks</a:t>
            </a:r>
            <a:endParaRPr lang="en-US" dirty="0"/>
          </a:p>
        </p:txBody>
      </p:sp>
      <p:pic>
        <p:nvPicPr>
          <p:cNvPr id="3" name="Vector with fallba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828800"/>
            <a:ext cx="1828800" cy="1028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828800"/>
            <a:ext cx="1828800" cy="1028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6400800" y="1828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Pictures</dc:title>
  <dc:creator>Corpus</dc:creator>
  <dcterms:created xsi:type="dcterms:W3CDTF">2026-01-01T00:00:00Z</dcterms:created>
  <dcterms:modified xsi:type="dcterms:W3CDTF">2026-01-01T00:00:00Z</dcterms:modified>
</cp:coreProperties>
</file>