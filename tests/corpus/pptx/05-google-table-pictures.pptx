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1700" y="744575"/>
            <a:ext cx="50000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5000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1567500"/>
            <a:ext cx="85206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1567500"/>
            <a:ext cx="41529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79400" y="1567500"/>
            <a:ext cx="41529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1567500"/>
            <a:ext cx="85206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lvl="0" algn="l" rtl="0">
        <a:spcBef>
          <a:spcPts val="0"/>
        </a:spcBef>
        <a:spcAft>
          <a:spcPts val="0"/>
        </a:spcAft>
        <a:buNone/>
        <a:defRPr sz="2800">
          <a:solidFill>
            <a:schemeClr val="dk1"/>
          </a:solidFill>
          <a:latin typeface="Arial"/>
          <a:ea typeface="Arial"/>
          <a:cs typeface="Arial"/>
          <a:sym typeface="Arial"/>
        </a:defRPr>
      </a:lvl1pPr>
    </p:titleStyle>
    <p:bodyStyle>
      <a:lvl1pPr marL="457200" lvl="0" indent="-342900" algn="l" rtl="0">
        <a:spcBef>
          <a:spcPts val="0"/>
        </a:spcBef>
        <a:spcAft>
          <a:spcPts val="0"/>
        </a:spcAft>
        <a:buSzPts val="1800"/>
        <a:buChar char="●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1pPr>
      <a:lvl2pPr marL="914400" lvl="1" indent="-342900" algn="l" rtl="0">
        <a:spcBef>
          <a:spcPts val="0"/>
        </a:spcBef>
        <a:spcAft>
          <a:spcPts val="0"/>
        </a:spcAft>
        <a:buSzPts val="1800"/>
        <a:buChar char="○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2pPr>
      <a:lvl3pPr marL="1371600" lvl="2" indent="-342900" algn="l" rtl="0">
        <a:spcBef>
          <a:spcPts val="0"/>
        </a:spcBef>
        <a:spcAft>
          <a:spcPts val="0"/>
        </a:spcAft>
        <a:buSzPts val="1800"/>
        <a:buChar char="■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3pPr>
      <a:lvl4pPr marL="1828800" lvl="3" indent="-342900" algn="l" rtl="0">
        <a:spcBef>
          <a:spcPts val="0"/>
        </a:spcBef>
        <a:spcAft>
          <a:spcPts val="0"/>
        </a:spcAft>
        <a:buSzPts val="1800"/>
        <a:buChar char="●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4pPr>
      <a:lvl5pPr marL="2286000" lvl="4" indent="-342900" algn="l" rtl="0">
        <a:spcBef>
          <a:spcPts val="0"/>
        </a:spcBef>
        <a:spcAft>
          <a:spcPts val="0"/>
        </a:spcAft>
        <a:buSzPts val="1800"/>
        <a:buChar char="○"/>
        <a:defRPr sz="1800">
          <a:solidFill>
            <a:schemeClr val="dk1"/>
          </a:solidFill>
          <a:latin typeface="Arial"/>
          <a:ea typeface="Arial"/>
          <a:cs typeface="Arial"/>
          <a:sym typeface="Arial"/>
        </a:defRPr>
      </a:lvl5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;p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lvl="0" rtl="0"/>
            <a:r>
              <a:rPr lang="en" sz="2800"/>
              <a:t>Compare</a:t>
            </a:r>
          </a:p>
        </p:txBody>
      </p:sp>
      <p:sp>
        <p:nvSpPr>
          <p:cNvPr id="3" name="Google Shape;3;p1"/>
          <p:cNvSpPr>
            <a:spLocks noGrp="1"/>
          </p:cNvSpPr>
          <p:nvPr>
            <p:ph idx="1"/>
          </p:nvPr>
        </p:nvSpPr>
        <p:spPr>
          <a:xfrm>
            <a:off x="311700" y="1567500"/>
            <a:ext cx="41529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har char="●"/>
            </a:pPr>
            <a:r>
              <a:rPr lang="en" sz="1800"/>
              <a:t>Before</a:t>
            </a:r>
          </a:p>
        </p:txBody>
      </p:sp>
      <p:sp>
        <p:nvSpPr>
          <p:cNvPr id="4" name="Google Shape;4;p1"/>
          <p:cNvSpPr>
            <a:spLocks noGrp="1"/>
          </p:cNvSpPr>
          <p:nvPr>
            <p:ph idx="2"/>
          </p:nvPr>
        </p:nvSpPr>
        <p:spPr>
          <a:xfrm>
            <a:off x="4679400" y="1567500"/>
            <a:ext cx="4152900" cy="3000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har char="●"/>
            </a:pPr>
            <a:r>
              <a:rPr lang="en" sz="1800"/>
              <a:t>After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;p1"/>
          <p:cNvSpPr>
            <a:spLocks noGrp="1"/>
          </p:cNvSpPr>
          <p:nvPr>
            <p:ph type="title"/>
          </p:nvPr>
        </p:nvSpPr>
        <p:spPr>
          <a:xfrm>
            <a:off x="311700" y="744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lvl="0" rtl="0"/>
            <a:r>
              <a:rPr lang="en" sz="2800"/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1700" y="1500000"/>
          <a:ext cx="6000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</a:tblGrid>
              <a:tr h="370840">
                <a:tc>
                  <a:txBody>
                    <a:bodyPr/>
                    <a:lstStyle/>
                    <a:p>
                      <a:pPr lvl="0" rtl="0"/>
                      <a:r>
                        <a:rPr lang="en" b="1"/>
                        <a:t>Region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rtl="0"/>
                      <a:r>
                        <a:rPr lang="en" b="1"/>
                        <a:t>Q1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rtl="0"/>
                      <a:r>
                        <a:rPr lang="en" b="1"/>
                        <a:t>Q2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3F3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 rtl="0"/>
                      <a:r>
                        <a:rPr lang="en"/>
                        <a:t>North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rtl="0"/>
                      <a:r>
                        <a:rPr lang="en"/>
                        <a:t>120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rtl="0"/>
                      <a:r>
                        <a:rPr lang="en"/>
                        <a:t>140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 rtl="0"/>
                      <a:r>
                        <a:rPr lang="en"/>
                        <a:t>South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rtl="0"/>
                      <a:r>
                        <a:rPr lang="en"/>
                        <a:t>90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rtl="0"/>
                      <a:r>
                        <a:rPr lang="en"/>
                        <a:t>95</a:t>
                      </a:r>
                    </a:p>
                  </a:txBody>
                  <a:tcPr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A blue 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0" y="3500000"/>
            <a:ext cx="1600000" cy="90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0" y="2300000"/>
            <a:ext cx="1600000" cy="9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57575"/>
      </a:accent3>
      <a:accent4>
        <a:srgbClr val="BDBDBD"/>
      </a:accent4>
      <a:accent5>
        <a:srgbClr val="F5F5F5"/>
      </a:accent5>
      <a:accent6>
        <a:srgbClr val="FFFFFF"/>
      </a:accent6>
      <a:hlink>
        <a:srgbClr val="0000FF"/>
      </a:hlink>
      <a:folHlink>
        <a:srgbClr val="800080"/>
      </a:folHlink>
    </a:clrScheme>
    <a:fontScheme name="Simple 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Google Slides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Google table</dc:title>
  <dc:creator>Corpus</dc:creator>
  <dcterms:created xsi:type="dcterms:W3CDTF">2026-01-01T00:00:00Z</dcterms:created>
  <dcterms:modified xsi:type="dcterms:W3CDTF">2026-01-01T00:00:00Z</dcterms:modified>
</cp:coreProperties>
</file>