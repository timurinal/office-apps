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Groups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914400" y="1828800"/>
            <a:ext cx="3657600" cy="1828800"/>
            <a:chOff x="0" y="0"/>
            <a:chExt cx="1828800" cy="914400"/>
          </a:xfrm>
        </p:grpSpPr>
        <p:sp>
          <p:nvSpPr>
            <p:cNvPr id="3" name="Shape 2"/>
            <p:cNvSpPr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  <a:solidFill>
              <a:srgbClr val="C00000"/>
            </a:solidFill>
          </p:spPr>
          <p:txBody>
            <a:bodyPr rtlCol="0"/>
            <a:lstStyle/>
            <a:p>
              <a:r>
                <a:rPr lang="en-US" dirty="0"/>
                <a:t>a</a:t>
              </a:r>
              <a:endParaRPr lang="en-US" dirty="0"/>
            </a:p>
          </p:txBody>
        </p:sp>
        <p:sp>
          <p:nvSpPr>
            <p:cNvPr id="4" name="Shape 3"/>
            <p:cNvSpPr/>
            <p:nvPr/>
          </p:nvSpPr>
          <p:spPr>
            <a:xfrm>
              <a:off x="914400" y="0"/>
              <a:ext cx="914400" cy="914400"/>
            </a:xfrm>
            <a:prstGeom prst="ellipse">
              <a:avLst/>
            </a:prstGeom>
            <a:solidFill>
              <a:srgbClr val="00B050"/>
            </a:solidFill>
          </p:spPr>
          <p:txBody>
            <a:bodyPr rtlCol="0"/>
            <a:lstStyle/>
            <a:p>
              <a:r>
                <a:rPr lang="en-US" dirty="0"/>
                <a:t>b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486400" y="1828800"/>
            <a:ext cx="1828800" cy="1828800"/>
            <a:chOff x="0" y="0"/>
            <a:chExt cx="914400" cy="914400"/>
          </a:xfrm>
        </p:grpSpPr>
        <p:grpSp>
          <p:nvGrpSpPr>
            <p:cNvPr id="7" name="Group 6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sp>
            <p:nvSpPr>
              <p:cNvPr id="6" name="Shape 5"/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rtlCol="0"/>
              <a:lstStyle/>
              <a:p>
                <a:r>
                  <a:rPr lang="en-US" dirty="0"/>
                  <a:t>deep</a:t>
                </a:r>
                <a:endParaRPr lang="en-US" dirty="0"/>
              </a:p>
            </p:txBody>
          </p:sp>
        </p:grpSp>
        <p:sp>
          <p:nvSpPr>
            <p:cNvPr id="8" name="Shape 7"/>
            <p:cNvSpPr/>
            <p:nvPr/>
          </p:nvSpPr>
          <p:spPr>
            <a:xfrm>
              <a:off x="457200" y="457200"/>
              <a:ext cx="457200" cy="457200"/>
            </a:xfrm>
            <a:prstGeom prst="rect">
              <a:avLst/>
            </a:prstGeom>
            <a:solidFill>
              <a:srgbClr val="FFC000"/>
            </a:solidFill>
          </p:spPr>
          <p:txBody>
            <a:bodyPr rtlCol="0"/>
            <a:lstStyle/>
            <a:p>
              <a:r>
                <a:rPr lang="en-US" dirty="0"/>
                <a:t>outer</a:t>
              </a:r>
              <a:endParaRPr lang="en-US" dirty="0"/>
            </a:p>
          </p:txBody>
        </p:sp>
      </p:grpSp>
      <p:grpSp>
        <p:nvGrpSpPr>
          <p:cNvPr id="11" name="Group 10"/>
          <p:cNvGrpSpPr/>
          <p:nvPr/>
        </p:nvGrpSpPr>
        <p:grpSpPr>
          <a:xfrm flipH="1">
            <a:off x="8229600" y="3657600"/>
            <a:ext cx="1828800" cy="914400"/>
            <a:chOff x="0" y="0"/>
            <a:chExt cx="1828800" cy="914400"/>
          </a:xfrm>
        </p:grpSpPr>
        <p:sp>
          <p:nvSpPr>
            <p:cNvPr id="10" name="Shape 9"/>
            <p:cNvSpPr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  <a:solidFill>
              <a:srgbClr val="7030A0"/>
            </a:solidFill>
          </p:spPr>
          <p:txBody>
            <a:bodyPr rtlCol="0"/>
            <a:lstStyle/>
            <a:p>
              <a:r>
                <a:rPr lang="en-US" dirty="0"/>
                <a:t>flipped</a:t>
              </a:r>
              <a:endParaRPr lang="en-US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Groups</dc:title>
  <dc:creator>Corpus</dc:creator>
  <dcterms:created xsi:type="dcterms:W3CDTF">2026-01-01T00:00:00Z</dcterms:created>
  <dcterms:modified xsi:type="dcterms:W3CDTF">2026-01-01T00:00:00Z</dcterms:modified>
</cp:coreProperties>
</file>