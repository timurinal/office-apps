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webp" ContentType="image/webp"/>
  <Default Extension="emf" ContentType="image/x-emf"/>
  <Default Extension="svg" ContentType="image/svg+xml"/>
  <Default Extension="xlsx" ContentType="application/vnd.openxmlformats-officedocument.spreadsheetml.sheet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 rtlCol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49" r:id="rId1"/>
    <p:sldLayoutId id="2147484650" r:id="rId2"/>
    <p:sldLayoutId id="2147484651" r:id="rId3"/>
    <p:sldLayoutId id="2147484652" r:id="rId4"/>
    <p:sldLayoutId id="2147484653" r:id="rId5"/>
    <p:sldLayoutId id="2147484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Master background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Solid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3864"/>
            </a:gs>
            <a:gs pos="100000">
              <a:srgbClr val="8FAA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Gradient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Picture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accent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From the theme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Backgrounds</dc:title>
  <dc:creator>Corpus</dc:creator>
  <dcterms:created xsi:type="dcterms:W3CDTF">2026-01-01T00:00:00Z</dcterms:created>
  <dcterms:modified xsi:type="dcterms:W3CDTF">2026-01-01T00:00:00Z</dcterms:modified>
</cp:coreProperties>
</file>