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p>
            <a:r>
              <a:rPr lang="en-US"/>
              <a:t>By quarter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9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8</c:v>
                </c:pt>
                <c:pt idx="2">
                  <c:v>11</c:v>
                </c:pt>
                <c:pt idx="3">
                  <c:v>6</c:v>
                </c:pt>
              </c:numCache>
            </c:numRef>
          </c:val>
        </c:ser>
        <c:axId val="111"/>
        <c:axId val="222"/>
      </c:barChart>
      <c:catAx>
        <c:axId val="111"/>
        <c:scaling>
          <c:orientation val="minMax"/>
        </c:scaling>
        <c:delete val="0"/>
        <c:axPos val="b"/>
        <c:crossAx val="222"/>
      </c:catAx>
      <c:valAx>
        <c:axId val="222"/>
        <c:scaling>
          <c:orientation val="minMax"/>
        </c:scaling>
        <c:delete val="0"/>
        <c:axPos val="l"/>
        <c:crossAx val="111"/>
      </c:valAx>
    </c:plotArea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9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8</c:v>
                </c:pt>
                <c:pt idx="2">
                  <c:v>11</c:v>
                </c:pt>
                <c:pt idx="3">
                  <c:v>6</c:v>
                </c:pt>
              </c:numCache>
            </c:numRef>
          </c:val>
        </c:ser>
        <c:axId val="111"/>
        <c:axId val="222"/>
      </c:barChart>
      <c:catAx>
        <c:axId val="111"/>
        <c:scaling>
          <c:orientation val="minMax"/>
        </c:scaling>
        <c:delete val="0"/>
        <c:axPos val="b"/>
        <c:crossAx val="222"/>
      </c:catAx>
      <c:valAx>
        <c:axId val="222"/>
        <c:scaling>
          <c:orientation val="minMax"/>
        </c:scaling>
        <c:delete val="0"/>
        <c:axPos val="l"/>
        <c:crossAx val="111"/>
      </c:valAx>
    </c:plotArea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ln w="28575">
              <a:solidFill>
                <a:srgbClr val="4472C4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9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8</c:v>
                </c:pt>
                <c:pt idx="2">
                  <c:v>11</c:v>
                </c:pt>
                <c:pt idx="3">
                  <c:v>6</c:v>
                </c:pt>
              </c:numCache>
            </c:numRef>
          </c:val>
        </c:ser>
        <c:marker val="1"/>
        <c:axId val="111"/>
        <c:axId val="222"/>
      </c:lineChart>
      <c:catAx>
        <c:axId val="111"/>
        <c:scaling>
          <c:orientation val="minMax"/>
        </c:scaling>
        <c:delete val="0"/>
        <c:axPos val="b"/>
        <c:crossAx val="222"/>
      </c:catAx>
      <c:valAx>
        <c:axId val="222"/>
        <c:scaling>
          <c:orientation val="minMax"/>
        </c:scaling>
        <c:delete val="0"/>
        <c:axPos val="l"/>
        <c:crossAx val="111"/>
      </c:valAx>
    </c:plotArea>
    <c:plotVisOnly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p>
            <a:r>
              <a:rPr lang="en-US"/>
              <a:t>Share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</c:pieChart>
    </c:plotArea>
    <c:plotVisOnly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8</c:v>
                </c:pt>
              </c:numCache>
            </c:numRef>
          </c:yVal>
        </c:ser>
        <c:axId val="111"/>
        <c:axId val="222"/>
      </c:scatterChart>
      <c:valAx>
        <c:axId val="111"/>
        <c:scaling>
          <c:orientation val="minMax"/>
        </c:scaling>
        <c:delete val="0"/>
        <c:axPos val="b"/>
        <c:crossAx val="222"/>
      </c:valAx>
      <c:valAx>
        <c:axId val="222"/>
        <c:scaling>
          <c:orientation val="minMax"/>
        </c:scaling>
        <c:delete val="0"/>
        <c:axPos val="l"/>
        <c:crossAx val="111"/>
      </c:valAx>
    </c:plotArea>
    <c:plotVisOnly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9</c:v>
                </c:pt>
                <c:pt idx="3">
                  <c:v>15</c:v>
                </c:pt>
              </c:numCache>
            </c:numRef>
          </c:val>
        </c:ser>
        <c:axId val="111"/>
        <c:axId val="222"/>
      </c:areaChart>
      <c:catAx>
        <c:axId val="111"/>
        <c:scaling>
          <c:orientation val="minMax"/>
        </c:scaling>
        <c:delete val="0"/>
        <c:axPos val="b"/>
        <c:crossAx val="222"/>
      </c:catAx>
      <c:valAx>
        <c:axId val="222"/>
        <c:scaling>
          <c:orientation val="minMax"/>
        </c:scaling>
        <c:delete val="0"/>
        <c:axPos val="l"/>
        <c:crossAx val="111"/>
      </c:valAx>
    </c:plotArea>
    <c:plotVisOnly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X</c:v>
                </c:pt>
                <c:pt idx="1">
                  <c:v>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</c:ser>
        <c:firstSliceAng val="0"/>
        <c:holeSize val="50"/>
      </c:doughnutChart>
    </c:plotArea>
    <c:plotVisOnly val="1"/>
  </c:chart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Column and bar</a:t>
            </a:r>
            <a:endParaRPr lang="en-US" dirty="0"/>
          </a:p>
        </p:txBody>
      </p:sp>
      <p:graphicFrame>
        <p:nvGraphicFramePr>
          <p:cNvPr id="3" name="Chart 2"/>
          <p:cNvGraphicFramePr/>
          <p:nvPr/>
        </p:nvGraphicFramePr>
        <p:xfrm>
          <a:off x="914400" y="1645920"/>
          <a:ext cx="4572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/>
          <p:nvPr/>
        </p:nvGraphicFramePr>
        <p:xfrm>
          <a:off x="5943600" y="1645920"/>
          <a:ext cx="45720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Line and pie</a:t>
            </a:r>
            <a:endParaRPr lang="en-US" dirty="0"/>
          </a:p>
        </p:txBody>
      </p:sp>
      <p:graphicFrame>
        <p:nvGraphicFramePr>
          <p:cNvPr id="3" name="Chart 2"/>
          <p:cNvGraphicFramePr/>
          <p:nvPr/>
        </p:nvGraphicFramePr>
        <p:xfrm>
          <a:off x="914400" y="1645920"/>
          <a:ext cx="4572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/>
          <p:nvPr/>
        </p:nvGraphicFramePr>
        <p:xfrm>
          <a:off x="5943600" y="1645920"/>
          <a:ext cx="45720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Scatter, area, doughnut</a:t>
            </a:r>
            <a:endParaRPr lang="en-US" dirty="0"/>
          </a:p>
        </p:txBody>
      </p:sp>
      <p:graphicFrame>
        <p:nvGraphicFramePr>
          <p:cNvPr id="3" name="Chart 2"/>
          <p:cNvGraphicFramePr/>
          <p:nvPr/>
        </p:nvGraphicFramePr>
        <p:xfrm>
          <a:off x="457200" y="1645920"/>
          <a:ext cx="32918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/>
          <p:nvPr/>
        </p:nvGraphicFramePr>
        <p:xfrm>
          <a:off x="3931920" y="1645920"/>
          <a:ext cx="329184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7406640" y="1645920"/>
          <a:ext cx="3291840" cy="3200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Charts</dc:title>
  <dc:creator>Corpus</dc:creator>
  <dcterms:created xsi:type="dcterms:W3CDTF">2026-01-01T00:00:00Z</dcterms:created>
  <dcterms:modified xsi:type="dcterms:W3CDTF">2026-01-01T00:00:00Z</dcterms:modified>
</cp:coreProperties>
</file>