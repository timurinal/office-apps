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Transition 1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Transition 2</a:t>
            </a:r>
            <a:endParaRPr lang="en-US" dirty="0"/>
          </a:p>
        </p:txBody>
      </p:sp>
    </p:spTree>
  </p:cSld>
  <p:clrMapOvr>
    <a:masterClrMapping/>
  </p:clrMapOvr>
  <p:transition spd="fast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Transition 3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Transition 4</a:t>
            </a:r>
            <a:endParaRPr lang="en-US" dirty="0"/>
          </a:p>
        </p:txBody>
      </p:sp>
    </p:spTree>
  </p:cSld>
  <p:clrMapOvr>
    <a:masterClrMapping/>
  </p:clrMapOvr>
  <p:transition>
    <p:zoom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Transition 5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Transition 6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00">
        <p14:pan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Transition 7</a:t>
            </a:r>
            <a:endParaRPr lang="en-US" dirty="0"/>
          </a:p>
        </p:txBody>
      </p:sp>
    </p:spTree>
  </p:cSld>
  <p:clrMapOvr>
    <a:masterClrMapping/>
  </p:clrMapOvr>
  <p:transition spd="fast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Transition 8</a:t>
            </a:r>
            <a:endParaRPr lang="en-US" dirty="0"/>
          </a:p>
        </p:txBody>
      </p:sp>
    </p:spTree>
  </p:cSld>
  <p:clrMapOvr>
    <a:masterClrMapping/>
  </p:clrMapOvr>
  <p:transition spd="med"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Transition 9</a:t>
            </a:r>
            <a:endParaRPr lang="en-US" dirty="0"/>
          </a:p>
        </p:txBody>
      </p:sp>
    </p:spTree>
  </p:cSld>
  <p:clrMapOvr>
    <a:masterClrMapping/>
  </p:clrMapOvr>
  <p:transition spd="med">
    <p:cover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Transition 10</a:t>
            </a:r>
            <a:endParaRPr lang="en-US" dirty="0"/>
          </a:p>
        </p:txBody>
      </p:sp>
    </p:spTree>
  </p:cSld>
  <p:clrMapOvr>
    <a:masterClrMapping/>
  </p:clrMapOvr>
  <p:transition spd="med">
    <p:blinds dir="horz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None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Transitions</dc:title>
  <dc:creator>Corpus</dc:creator>
  <dcterms:created xsi:type="dcterms:W3CDTF">2026-01-01T00:00:00Z</dcterms:created>
  <dcterms:modified xsi:type="dcterms:W3CDTF">2026-01-01T00:00:00Z</dcterms:modified>
</cp:coreProperties>
</file>