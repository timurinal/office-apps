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East</c:v>
                </c:pt>
                <c:pt idx="1">
                  <c:v>West</c:v>
                </c:pt>
                <c:pt idx="2">
                  <c:v>North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19.2</c:v>
                </c:pt>
                <c:pt idx="1">
                  <c:v>21.4</c:v>
                </c:pt>
                <c:pt idx="2">
                  <c:v>16.7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East</c:v>
                </c:pt>
                <c:pt idx="1">
                  <c:v>West</c:v>
                </c:pt>
                <c:pt idx="2">
                  <c:v>North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22.3</c:v>
                </c:pt>
                <c:pt idx="1">
                  <c:v>28.6</c:v>
                </c:pt>
                <c:pt idx="2">
                  <c:v>15.2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East</c:v>
                </c:pt>
                <c:pt idx="1">
                  <c:v>West</c:v>
                </c:pt>
                <c:pt idx="2">
                  <c:v>North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19.2</c:v>
                </c:pt>
                <c:pt idx="1">
                  <c:v>21.4</c:v>
                </c:pt>
                <c:pt idx="2">
                  <c:v>16.7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East</c:v>
                </c:pt>
                <c:pt idx="1">
                  <c:v>West</c:v>
                </c:pt>
                <c:pt idx="2">
                  <c:v>North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22.3</c:v>
                </c:pt>
                <c:pt idx="1">
                  <c:v>28.6</c:v>
                </c:pt>
                <c:pt idx="2">
                  <c:v>15.2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East</c:v>
                </c:pt>
                <c:pt idx="1">
                  <c:v>West</c:v>
                </c:pt>
                <c:pt idx="2">
                  <c:v>North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19.2</c:v>
                </c:pt>
                <c:pt idx="1">
                  <c:v>21.4</c:v>
                </c:pt>
                <c:pt idx="2">
                  <c:v>16.7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East</c:v>
                </c:pt>
                <c:pt idx="1">
                  <c:v>West</c:v>
                </c:pt>
                <c:pt idx="2">
                  <c:v>North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22.3</c:v>
                </c:pt>
                <c:pt idx="1">
                  <c:v>28.6</c:v>
                </c:pt>
                <c:pt idx="2">
                  <c:v>15.2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Share of the whole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0.5</c:v>
                </c:pt>
                <c:pt idx="1">
                  <c:v>0.3</c:v>
                </c:pt>
                <c:pt idx="2">
                  <c:v>0.2</c:v>
                </c:pt>
              </c:numCache>
            </c:numRef>
          </c:val>
        </c:ser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47625">
              <a:noFill/>
            </a:ln>
          </c:spP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2</c:v>
                </c:pt>
                <c:pt idx="1">
                  <c:v>4</c:v>
                </c:pt>
                <c:pt idx="2">
                  <c:v>3.5</c:v>
                </c:pt>
                <c:pt idx="3">
                  <c:v>8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-2129643912"/>
        <c:crosses val="autoZero"/>
        <c:crossBetween val="midCat"/>
      </c:valAx>
      <c:valAx>
        <c:axId val="-212964391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128940872"/>
        <c:crosses val="autoZero"/>
        <c:crossBetween val="midCat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East</c:v>
                </c:pt>
                <c:pt idx="1">
                  <c:v>West</c:v>
                </c:pt>
                <c:pt idx="2">
                  <c:v>North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19.2</c:v>
                </c:pt>
                <c:pt idx="1">
                  <c:v>21.4</c:v>
                </c:pt>
                <c:pt idx="2">
                  <c:v>16.7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East</c:v>
                </c:pt>
                <c:pt idx="1">
                  <c:v>West</c:v>
                </c:pt>
                <c:pt idx="2">
                  <c:v>North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22.3</c:v>
                </c:pt>
                <c:pt idx="1">
                  <c:v>28.6</c:v>
                </c:pt>
                <c:pt idx="2">
                  <c:v>15.2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-2100718248"/>
        <c:crosses val="autoZero"/>
        <c:auto val="1"/>
        <c:lblAlgn val="ctr"/>
        <c:lblOffset val="100"/>
        <c:noMultiLvlLbl val="0"/>
      </c:catAx>
      <c:valAx>
        <c:axId val="-210071824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101159928"/>
        <c:crosses val="autoZero"/>
        <c:crossBetween val="midCat"/>
      </c:valAx>
    </c:plotArea>
    <c:legend>
      <c:legendPos val="r"/>
      <c:layout/>
      <c:overlay val="0"/>
    </c:legend>
    <c:plotVisOnly val="1"/>
    <c:dispBlanksAs val="zero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0.5</c:v>
                </c:pt>
                <c:pt idx="1">
                  <c:v>0.3</c:v>
                </c:pt>
                <c:pt idx="2">
                  <c:v>0.2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East</c:v>
                </c:pt>
                <c:pt idx="1">
                  <c:v>West</c:v>
                </c:pt>
                <c:pt idx="2">
                  <c:v>North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19.2</c:v>
                </c:pt>
                <c:pt idx="1">
                  <c:v>21.4</c:v>
                </c:pt>
                <c:pt idx="2">
                  <c:v>16.7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East</c:v>
                </c:pt>
                <c:pt idx="1">
                  <c:v>West</c:v>
                </c:pt>
                <c:pt idx="2">
                  <c:v>North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22.3</c:v>
                </c:pt>
                <c:pt idx="1">
                  <c:v>28.6</c:v>
                </c:pt>
                <c:pt idx="2">
                  <c:v>15.2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layout/>
      <c:bubbl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Bubbles</c:v>
                </c:pt>
              </c:strCache>
            </c:strRef>
          </c:tx>
          <c:invertIfNegative val="0"/>
          <c:xVal>
            <c:numRef>
              <c:f>Sheet1!$A$2:$A$3</c:f>
              <c:numCache>
                <c:formatCode>General</c:formatCode>
                <c:ptCount val="2"/>
                <c:pt idx="0">
                  <c:v>1</c:v>
                </c:pt>
                <c:pt idx="1">
                  <c:v>3</c:v>
                </c:pt>
              </c:numCache>
            </c:numRef>
          </c:xVal>
          <c:y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4</c:v>
                </c:pt>
              </c:numCache>
            </c:numRef>
          </c:yVal>
          <c:bubbleSize>
            <c:numRef>
              <c:f>Sheet1!$C$2:$C$3</c:f>
              <c:numCache>
                <c:formatCode>General</c:formatCode>
                <c:ptCount val="2"/>
                <c:pt idx="0">
                  <c:v>5</c:v>
                </c:pt>
                <c:pt idx="1">
                  <c:v>9</c:v>
                </c:pt>
              </c:numCache>
            </c:numRef>
          </c:bubbleSize>
          <c:bubble3D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bubbleScale val="100"/>
        <c:showNegBubbles val="0"/>
        <c:axId val="-2115720072"/>
        <c:axId val="-2115723560"/>
      </c:bubbleChart>
      <c:valAx>
        <c:axId val="-21157200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-2115723560"/>
        <c:crosses val="autoZero"/>
        <c:crossBetween val="midCat"/>
      </c:valAx>
      <c:valAx>
        <c:axId val="-211572356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115720072"/>
        <c:crosses val="autoZero"/>
        <c:crossBetween val="midCat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5.xml"/><Relationship Id="rId3" Type="http://schemas.openxmlformats.org/officeDocument/2006/relationships/chart" Target="../charts/chart6.xml"/><Relationship Id="rId4" Type="http://schemas.openxmlformats.org/officeDocument/2006/relationships/chart" Target="../charts/chart7.xml"/><Relationship Id="rId5" Type="http://schemas.openxmlformats.org/officeDocument/2006/relationships/chart" Target="../charts/chart8.xml"/><Relationship Id="rId6" Type="http://schemas.openxmlformats.org/officeDocument/2006/relationships/chart" Target="../charts/char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Charts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463040"/>
          <a:ext cx="402336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0" y="1463040"/>
          <a:ext cx="4023360" cy="3200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Line and pie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463040"/>
          <a:ext cx="402336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0" y="1463040"/>
          <a:ext cx="4023360" cy="3200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Scatter, area, doughnut, stacked, bubble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82880" y="1463040"/>
          <a:ext cx="2743200" cy="2286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017520" y="1463040"/>
          <a:ext cx="2743200" cy="2286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852160" y="1463040"/>
          <a:ext cx="2743200" cy="2286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182880" y="3840480"/>
          <a:ext cx="2743200" cy="2286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3017520" y="3840480"/>
          <a:ext cx="2743200" cy="2286000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