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Runs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 and 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endParaRPr lang="en-US" dirty="0"/>
          </a:p>
          <a:p>
            <a:r>
              <a:rPr lang="en-US" dirty="0">
                <a:latin typeface="+mj-lt"/>
              </a:rPr>
              <a:t>Theme major </a:t>
            </a:r>
            <a:r>
              <a:rPr lang="en-US" dirty="0">
                <a:latin typeface="+mn-lt"/>
              </a:rPr>
              <a:t>theme minor </a:t>
            </a:r>
            <a:r>
              <a:rPr lang="en-US" dirty="0">
                <a:latin typeface="Georgia"/>
              </a:rPr>
              <a:t>Georgia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highlighted</a:t>
            </a:r>
            <a:r>
              <a:rPr lang="en-US" dirty="0"/>
              <a:t> and a line</a:t>
            </a:r>
            <a:br>
              <a:rPr lang="en-US"/>
            </a:br>
            <a:r>
              <a:rPr lang="en-US" dirty="0"/>
              <a:t>after a break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2743200" cy="914400"/>
          </a:xfrm>
          <a:prstGeom prst="rect">
            <a:avLst/>
          </a:prstGeom>
          <a:noFill/>
        </p:spPr>
        <p:txBody>
          <a:bodyPr vert="vert" rtlCol="0">
            <a:spAutoFit/>
          </a:bodyPr>
          <a:lstStyle/>
          <a:p>
            <a:r>
              <a:rPr lang="en-US" dirty="0"/>
              <a:t>Vertical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3657600"/>
            <a:ext cx="2743200" cy="914400"/>
          </a:xfrm>
          <a:prstGeom prst="rect">
            <a:avLst/>
          </a:prstGeom>
          <a:noFill/>
        </p:spPr>
        <p:txBody>
          <a:bodyPr wrap="none" lIns="0" tIns="0" rIns="0" bIns="0" anchor="b" rtlCol="0">
            <a:normAutofit/>
          </a:bodyPr>
          <a:lstStyle/>
          <a:p>
            <a:r>
              <a:rPr lang="en-US" dirty="0"/>
              <a:t>Anchored bottom, tight insets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229600" y="3657600"/>
            <a:ext cx="1828800" cy="9144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dirty="0"/>
              <a:t>Page </a:t>
            </a:r>
            <a:fld id="{B6F15528-21DE-4FAA-801E-634DDDAF4B2B}" type="slidenum">
              <a:rPr lang="en-US" dirty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Spacing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rtlCol="0"/>
          <a:lstStyle/>
          <a:p>
            <a:pPr>
              <a:lnSpc>
                <a:spcPct val="90000"/>
              </a:lnSpc>
            </a:pPr>
            <a:r>
              <a:rPr lang="en-US" dirty="0"/>
              <a:t>Line spacing 90%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Space before 12pt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Space after 6pt</a:t>
            </a:r>
            <a:endParaRPr lang="en-US" dirty="0"/>
          </a:p>
          <a:p>
            <a:pPr marL="457200" indent="-228600">
              <a:buFont typeface="Arial"/>
              <a:buChar char="•"/>
            </a:pPr>
            <a:r>
              <a:rPr lang="en-US" dirty="0"/>
              <a:t>Indented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Text</dc:title>
  <dc:creator>Corpus</dc:creator>
  <dcterms:created xsi:type="dcterms:W3CDTF">2026-01-01T00:00:00Z</dcterms:created>
  <dcterms:modified xsi:type="dcterms:W3CDTF">2026-01-01T00:00:00Z</dcterms:modified>
</cp:coreProperties>
</file>