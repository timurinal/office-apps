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numbers.</a:t>
            </a:r>
            <a:endParaRPr lang="en-US" dirty="0"/>
          </a:p>
          <a:p>
            <a:r>
              <a:rPr lang="en-US" dirty="0"/>
              <a:t>Pause for questions.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Bold</a:t>
            </a:r>
            <a:r>
              <a:rPr lang="en-US" dirty="0"/>
              <a:t> and plain</a:t>
            </a:r>
            <a:endParaRPr lang="en-US" dirty="0"/>
          </a:p>
          <a:p>
            <a:r>
              <a:rPr lang="en-US" dirty="0"/>
              <a:t>Second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Has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A point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No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Another point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Notes with formatting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Notes</dc:title>
  <dc:creator>Corpus</dc:creator>
  <dcterms:created xsi:type="dcterms:W3CDTF">2026-01-01T00:00:00Z</dcterms:created>
  <dcterms:modified xsi:type="dcterms:W3CDTF">2026-01-01T00:00:00Z</dcterms:modified>
</cp:coreProperties>
</file>