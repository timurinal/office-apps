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Many scripts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Café, naïve, Zürich</a:t>
            </a:r>
            <a:endParaRPr lang="en-US" dirty="0"/>
          </a:p>
          <a:p>
            <a:r>
              <a:rPr lang="en-US" dirty="0"/>
              <a:t>Привет, мир</a:t>
            </a:r>
            <a:endParaRPr lang="en-US" dirty="0"/>
          </a:p>
          <a:p>
            <a:r>
              <a:rPr lang="en-US" dirty="0"/>
              <a:t>Ελληνικά</a:t>
            </a:r>
            <a:endParaRPr lang="en-US" dirty="0"/>
          </a:p>
          <a:p>
            <a:r>
              <a:rPr lang="en-US" dirty="0"/>
              <a:t>日本語のテキスト</a:t>
            </a:r>
            <a:endParaRPr lang="en-US" dirty="0"/>
          </a:p>
          <a:p>
            <a:r>
              <a:rPr lang="en-US" dirty="0"/>
              <a:t>한국어</a:t>
            </a:r>
            <a:endParaRPr lang="en-US" dirty="0"/>
          </a:p>
          <a:p>
            <a:r>
              <a:rPr lang="en-US" dirty="0"/>
              <a:t>مرحبا بالعالم</a:t>
            </a:r>
            <a:endParaRPr lang="en-US" dirty="0"/>
          </a:p>
          <a:p>
            <a:r>
              <a:rPr lang="en-US" dirty="0"/>
              <a:t>שלום עולם</a:t>
            </a:r>
            <a:endParaRPr lang="en-US" dirty="0"/>
          </a:p>
          <a:p>
            <a:r>
              <a:rPr lang="en-US" dirty="0"/>
              <a:t>Emoji 😀 🚀 and a flag 🇳🇴</a:t>
            </a:r>
            <a:endParaRPr lang="en-US" dirty="0"/>
          </a:p>
          <a:p>
            <a:r>
              <a:rPr lang="en-US" dirty="0"/>
              <a:t>Maths: ∑ ∫ ≈ ≠ √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Unicode</dc:title>
  <dc:creator>Corpus</dc:creator>
  <dcterms:created xsi:type="dcterms:W3CDTF">2026-01-01T00:00:00Z</dcterms:created>
  <dcterms:modified xsi:type="dcterms:W3CDTF">2026-01-01T00:00:00Z</dcterms:modified>
</cp:coreProperties>
</file>