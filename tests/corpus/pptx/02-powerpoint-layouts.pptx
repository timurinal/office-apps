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A title 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With a subtitle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Part 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What comes first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Two columns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Left one</a:t>
            </a:r>
            <a:endParaRPr lang="en-US" dirty="0"/>
          </a:p>
          <a:p>
            <a:r>
              <a:rPr lang="en-US" dirty="0"/>
              <a:t>Left two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 rtlCol="0"/>
          <a:lstStyle/>
          <a:p>
            <a:r>
              <a:rPr lang="en-US" dirty="0"/>
              <a:t>Right one</a:t>
            </a:r>
            <a:endParaRPr lang="en-US" dirty="0"/>
          </a:p>
          <a:p>
            <a:r>
              <a:rPr lang="en-US" dirty="0"/>
              <a:t>Right two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Only a title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With a footer and a number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Content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 sz="quarter"/>
          </p:nvPr>
        </p:nvSpPr>
        <p:spPr/>
        <p:txBody>
          <a:bodyPr rtlCol="0"/>
          <a:lstStyle/>
          <a:p>
            <a:r>
              <a:rPr lang="en-US" dirty="0"/>
              <a:t>Confidential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 sz="quarter"/>
          </p:nvPr>
        </p:nvSpPr>
        <p:spPr/>
        <p:txBody>
          <a:bodyPr rtlCol="0"/>
          <a:lstStyle/>
          <a:p>
            <a:fld id="{B6F15528-21DE-4FAA-801E-634DDDAF4B2B}" type="slidenum">
              <a:rPr lang="en-US" dirty="0"/>
              <a:t>6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Layouts</dc:title>
  <dc:creator>Corpus</dc:creator>
  <dcterms:created xsi:type="dcterms:W3CDTF">2026-01-01T00:00:00Z</dcterms:created>
  <dcterms:modified xsi:type="dcterms:W3CDTF">2026-01-01T00:00:00Z</dcterms:modified>
</cp:coreProperties>
</file>