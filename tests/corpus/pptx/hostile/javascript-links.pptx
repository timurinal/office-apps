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javascript:alert(1)" TargetMode="External"/><Relationship Id="rId3" Type="http://schemas.openxmlformats.org/officeDocument/2006/relationships/hyperlink" Target="JaVaScRiPt:alert(2)" TargetMode="External"/><Relationship Id="rId4" Type="http://schemas.openxmlformats.org/officeDocument/2006/relationships/hyperlink" Target="data:text/html;base64,PHNjcmlwdD5hbGVydCgxKTwvc2NyaXB0Pg==" TargetMode="External"/><Relationship Id="rId5" Type="http://schemas.openxmlformats.org/officeDocument/2006/relationships/hyperlink" Target="vbscript:msgbox(1)" TargetMode="External"/><Relationship Id="rId6" Type="http://schemas.openxmlformats.org/officeDocument/2006/relationships/hyperlink" Target="file:///etc/passwd" TargetMode="External"/><Relationship Id="rId7" Type="http://schemas.openxmlformats.org/officeDocument/2006/relationships/hyperlink" Target="ftp://example.com/x" TargetMode="External"/><Relationship Id="rId8" Type="http://schemas.openxmlformats.org/officeDocument/2006/relationships/hyperlink" Target="java&amp;#9;script:alert(3)" TargetMode="External"/><Relationship Id="rId9" Type="http://schemas.openxmlformats.org/officeDocument/2006/relationships/hyperlink" Target="https://example.com/ok" TargetMode="External"/><Relationship Id="rId10" Type="http://schemas.openxmlformats.org/officeDocument/2006/relationships/hyperlink" Target="mailto:a@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0"/>
          <p:cNvSpPr txBox="1"/>
          <p:nvPr/>
        </p:nvSpPr>
        <p:spPr>
          <a:xfrm>
            <a:off x="914400" y="9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2"/>
              </a:rPr>
              <a:t>link 0</a:t>
            </a:r>
          </a:p>
        </p:txBody>
      </p:sp>
      <p:sp>
        <p:nvSpPr>
          <p:cNvPr id="3" name="L1"/>
          <p:cNvSpPr txBox="1"/>
          <p:nvPr/>
        </p:nvSpPr>
        <p:spPr>
          <a:xfrm>
            <a:off x="914400" y="13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3"/>
              </a:rPr>
              <a:t>link 1</a:t>
            </a:r>
          </a:p>
        </p:txBody>
      </p:sp>
      <p:sp>
        <p:nvSpPr>
          <p:cNvPr id="4" name="L2"/>
          <p:cNvSpPr txBox="1"/>
          <p:nvPr/>
        </p:nvSpPr>
        <p:spPr>
          <a:xfrm>
            <a:off x="914400" y="17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4"/>
              </a:rPr>
              <a:t>link 2</a:t>
            </a:r>
          </a:p>
        </p:txBody>
      </p:sp>
      <p:sp>
        <p:nvSpPr>
          <p:cNvPr id="5" name="L3"/>
          <p:cNvSpPr txBox="1"/>
          <p:nvPr/>
        </p:nvSpPr>
        <p:spPr>
          <a:xfrm>
            <a:off x="914400" y="21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5"/>
              </a:rPr>
              <a:t>link 3</a:t>
            </a:r>
          </a:p>
        </p:txBody>
      </p:sp>
      <p:sp>
        <p:nvSpPr>
          <p:cNvPr id="6" name="L4"/>
          <p:cNvSpPr txBox="1"/>
          <p:nvPr/>
        </p:nvSpPr>
        <p:spPr>
          <a:xfrm>
            <a:off x="914400" y="25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6"/>
              </a:rPr>
              <a:t>link 4</a:t>
            </a:r>
          </a:p>
        </p:txBody>
      </p:sp>
      <p:sp>
        <p:nvSpPr>
          <p:cNvPr id="7" name="L5"/>
          <p:cNvSpPr txBox="1"/>
          <p:nvPr/>
        </p:nvSpPr>
        <p:spPr>
          <a:xfrm>
            <a:off x="914400" y="29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7"/>
              </a:rPr>
              <a:t>link 5</a:t>
            </a:r>
          </a:p>
        </p:txBody>
      </p:sp>
      <p:sp>
        <p:nvSpPr>
          <p:cNvPr id="8" name="L6"/>
          <p:cNvSpPr txBox="1"/>
          <p:nvPr/>
        </p:nvSpPr>
        <p:spPr>
          <a:xfrm>
            <a:off x="914400" y="33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8"/>
              </a:rPr>
              <a:t>link 6</a:t>
            </a:r>
          </a:p>
        </p:txBody>
      </p:sp>
      <p:sp>
        <p:nvSpPr>
          <p:cNvPr id="9" name="L7"/>
          <p:cNvSpPr txBox="1"/>
          <p:nvPr/>
        </p:nvSpPr>
        <p:spPr>
          <a:xfrm>
            <a:off x="914400" y="37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9"/>
              </a:rPr>
              <a:t>link 7</a:t>
            </a:r>
          </a:p>
        </p:txBody>
      </p:sp>
      <p:sp>
        <p:nvSpPr>
          <p:cNvPr id="10" name="L8"/>
          <p:cNvSpPr txBox="1"/>
          <p:nvPr/>
        </p:nvSpPr>
        <p:spPr>
          <a:xfrm>
            <a:off x="914400" y="4114400"/>
            <a:ext cx="3000000" cy="3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hlinkClick r:id="rId10"/>
              </a:rPr>
              <a:t>link 8</a:t>
            </a:r>
          </a:p>
        </p:txBody>
      </p:sp>
    </p:spTree>
  </p:cSld>
</p:sld>
</file>