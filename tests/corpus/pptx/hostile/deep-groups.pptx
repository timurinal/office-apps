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"/>
          <p:cNvGrpSpPr/>
          <p:nvPr/>
        </p:nvGrpSpPr>
        <p:grpSpPr>
          <a:xfrm>
            <a:off x="0" y="0"/>
            <a:ext cx="1000000" cy="1000000"/>
            <a:chOff x="0" y="0"/>
            <a:chExt cx="1000000" cy="1000000"/>
          </a:xfrm>
        </p:grpSpPr>
        <p:grpSp>
          <p:nvGrpSpPr>
            <p:cNvPr id="9" name="G"/>
            <p:cNvGrpSpPr/>
            <p:nvPr/>
          </p:nvGrpSpPr>
          <p:grpSpPr>
            <a:xfrm>
              <a:off x="0" y="0"/>
              <a:ext cx="1000000" cy="1000000"/>
              <a:chOff x="0" y="0"/>
              <a:chExt cx="1000000" cy="1000000"/>
            </a:xfrm>
          </p:grpSpPr>
          <p:grpSp>
            <p:nvGrpSpPr>
              <p:cNvPr id="9" name="G"/>
              <p:cNvGrpSpPr/>
              <p:nvPr/>
            </p:nvGrpSpPr>
            <p:grpSpPr>
              <a:xfrm>
                <a:off x="0" y="0"/>
                <a:ext cx="1000000" cy="1000000"/>
                <a:chOff x="0" y="0"/>
                <a:chExt cx="1000000" cy="1000000"/>
              </a:xfrm>
            </p:grpSpPr>
            <p:grpSp>
              <p:nvGrpSpPr>
                <p:cNvPr id="9" name="G"/>
                <p:cNvGrpSpPr/>
                <p:nvPr/>
              </p:nvGrpSpPr>
              <p:grpSpPr>
                <a:xfrm>
                  <a:off x="0" y="0"/>
                  <a:ext cx="1000000" cy="1000000"/>
                  <a:chOff x="0" y="0"/>
                  <a:chExt cx="1000000" cy="1000000"/>
                </a:xfrm>
              </p:grpSpPr>
              <p:grpSp>
                <p:nvGrpSpPr>
                  <p:cNvPr id="9" name="G"/>
                  <p:cNvGrpSpPr/>
                  <p:nvPr/>
                </p:nvGrpSpPr>
                <p:grpSpPr>
                  <a:xfrm>
                    <a:off x="0" y="0"/>
                    <a:ext cx="1000000" cy="1000000"/>
                    <a:chOff x="0" y="0"/>
                    <a:chExt cx="1000000" cy="1000000"/>
                  </a:xfrm>
                </p:grpSpPr>
                <p:grpSp>
                  <p:nvGrpSpPr>
                    <p:cNvPr id="9" name="G"/>
                    <p:cNvGrpSpPr/>
                    <p:nvPr/>
                  </p:nvGrpSpPr>
                  <p:grpSpPr>
                    <a:xfrm>
                      <a:off x="0" y="0"/>
                      <a:ext cx="1000000" cy="1000000"/>
                      <a:chOff x="0" y="0"/>
                      <a:chExt cx="1000000" cy="1000000"/>
                    </a:xfrm>
                  </p:grpSpPr>
                  <p:grpSp>
                    <p:nvGrpSpPr>
                      <p:cNvPr id="9" name="G"/>
                      <p:cNvGrpSpPr/>
                      <p:nvPr/>
                    </p:nvGrpSpPr>
                    <p:grpSpPr>
                      <a:xfrm>
                        <a:off x="0" y="0"/>
                        <a:ext cx="1000000" cy="1000000"/>
                        <a:chOff x="0" y="0"/>
                        <a:chExt cx="1000000" cy="1000000"/>
                      </a:xfrm>
                    </p:grpSpPr>
                    <p:grpSp>
                      <p:nvGrpSpPr>
                        <p:cNvPr id="9" name="G"/>
                        <p:cNvGrpSpPr/>
                        <p:nvPr/>
                      </p:nvGrpSpPr>
                      <p:grpSpPr>
                        <a:xfrm>
                          <a:off x="0" y="0"/>
                          <a:ext cx="1000000" cy="1000000"/>
                          <a:chOff x="0" y="0"/>
                          <a:chExt cx="1000000" cy="1000000"/>
                        </a:xfrm>
                      </p:grpSpPr>
                      <p:grpSp>
                        <p:nvGrpSpPr>
                          <p:cNvPr id="9" name="G"/>
                          <p:cNvGrpSpPr/>
                          <p:nvPr/>
                        </p:nvGrpSpPr>
                        <p:grpSpPr>
                          <a:xfrm>
                            <a:off x="0" y="0"/>
                            <a:ext cx="1000000" cy="1000000"/>
                            <a:chOff x="0" y="0"/>
                            <a:chExt cx="1000000" cy="1000000"/>
                          </a:xfrm>
                        </p:grpSpPr>
                        <p:grpSp>
                          <p:nvGrpSpPr>
                            <p:cNvPr id="9" name="G"/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1000000" cy="1000000"/>
                              <a:chOff x="0" y="0"/>
                              <a:chExt cx="1000000" cy="1000000"/>
                            </a:xfrm>
                          </p:grpSpPr>
                          <p:grpSp>
                            <p:nvGrpSpPr>
                              <p:cNvPr id="9" name="G"/>
                              <p:cNvGrpSpPr/>
                              <p:nvPr/>
                            </p:nvGrpSpPr>
                            <p:grpSpPr>
                              <a:xfrm>
                                <a:off x="0" y="0"/>
                                <a:ext cx="1000000" cy="1000000"/>
                                <a:chOff x="0" y="0"/>
                                <a:chExt cx="1000000" cy="1000000"/>
                              </a:xfrm>
                            </p:grpSpPr>
                            <p:grpSp>
                              <p:nvGrpSpPr>
                                <p:cNvPr id="9" name="G"/>
                                <p:cNvGrpSpPr/>
                                <p:nvPr/>
                              </p:nvGrpSpPr>
                              <p:grpSpPr>
                                <a:xfrm>
                                  <a:off x="0" y="0"/>
                                  <a:ext cx="1000000" cy="1000000"/>
                                  <a:chOff x="0" y="0"/>
                                  <a:chExt cx="1000000" cy="1000000"/>
                                </a:xfrm>
                              </p:grpSpPr>
                              <p:grpSp>
                                <p:nvGrpSpPr>
                                  <p:cNvPr id="9" name="G"/>
                                  <p:cNvGrpSpPr/>
                                  <p:nvPr/>
                                </p:nvGrpSpPr>
                                <p:grpSpPr>
                                  <a:xfrm>
                                    <a:off x="0" y="0"/>
                                    <a:ext cx="1000000" cy="1000000"/>
                                    <a:chOff x="0" y="0"/>
                                    <a:chExt cx="1000000" cy="1000000"/>
                                  </a:xfrm>
                                </p:grpSpPr>
                                <p:grpSp>
                                  <p:nvGrpSpPr>
                                    <p:cNvPr id="9" name="G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0" y="0"/>
                                      <a:ext cx="1000000" cy="1000000"/>
                                      <a:chOff x="0" y="0"/>
                                      <a:chExt cx="1000000" cy="1000000"/>
                                    </a:xfrm>
                                  </p:grpSpPr>
                                  <p:grpSp>
                                    <p:nvGrpSpPr>
                                      <p:cNvPr id="9" name="G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0" y="0"/>
                                        <a:ext cx="1000000" cy="1000000"/>
                                        <a:chOff x="0" y="0"/>
                                        <a:chExt cx="1000000" cy="1000000"/>
                                      </a:xfrm>
                                    </p:grpSpPr>
                                    <p:grpSp>
                                      <p:nvGrpSpPr>
                                        <p:cNvPr id="9" name="G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0" y="0"/>
                                          <a:ext cx="1000000" cy="1000000"/>
                                          <a:chOff x="0" y="0"/>
                                          <a:chExt cx="1000000" cy="1000000"/>
                                        </a:xfrm>
                                      </p:grpSpPr>
                                      <p:grpSp>
                                        <p:nvGrpSpPr>
                                          <p:cNvPr id="9" name="G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0" y="0"/>
                                            <a:ext cx="1000000" cy="1000000"/>
                                            <a:chOff x="0" y="0"/>
                                            <a:chExt cx="1000000" cy="1000000"/>
                                          </a:xfrm>
                                        </p:grpSpPr>
                                        <p:grpSp>
                                          <p:nvGrpSpPr>
                                            <p:cNvPr id="9" name="G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0" y="0"/>
                                              <a:ext cx="1000000" cy="1000000"/>
                                              <a:chOff x="0" y="0"/>
                                              <a:chExt cx="1000000" cy="100000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9" name="G"/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0" y="0"/>
                                                <a:ext cx="1000000" cy="1000000"/>
                                                <a:chOff x="0" y="0"/>
                                                <a:chExt cx="1000000" cy="100000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9" name="G"/>
                                                <p:cNvGrpSpPr/>
                                                <p:nvPr/>
                                              </p:nvGrpSpPr>
                                              <p:grpSpPr>
                                                <a:xfrm>
                                                  <a:off x="0" y="0"/>
                                                  <a:ext cx="1000000" cy="1000000"/>
                                                  <a:chOff x="0" y="0"/>
                                                  <a:chExt cx="1000000" cy="1000000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9" name="G"/>
                                                  <p:cNvGrpSpPr/>
                                                  <p:nvPr/>
                                                </p:nvGrpSpPr>
                                                <p:grpSpPr>
                                                  <a:xfrm>
                                                    <a:off x="0" y="0"/>
                                                    <a:ext cx="1000000" cy="1000000"/>
                                                    <a:chOff x="0" y="0"/>
                                                    <a:chExt cx="1000000" cy="1000000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9" name="G"/>
                                                    <p:cNvGrpSpPr/>
                                                    <p:nvPr/>
                                                  </p:nvGrpSpPr>
                                                  <p:grpSpPr>
                                                    <a:xfrm>
                                                      <a:off x="0" y="0"/>
                                                      <a:ext cx="1000000" cy="1000000"/>
                                                      <a:chOff x="0" y="0"/>
                                                      <a:chExt cx="1000000" cy="1000000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9" name="G"/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0" y="0"/>
                                                        <a:ext cx="1000000" cy="1000000"/>
                                                        <a:chOff x="0" y="0"/>
                                                        <a:chExt cx="1000000" cy="1000000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9" name="G"/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0" y="0"/>
                                                          <a:ext cx="1000000" cy="1000000"/>
                                                          <a:chOff x="0" y="0"/>
                                                          <a:chExt cx="1000000" cy="1000000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9" name="G"/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0" y="0"/>
                                                            <a:ext cx="1000000" cy="1000000"/>
                                                            <a:chOff x="0" y="0"/>
                                                            <a:chExt cx="1000000" cy="1000000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9" name="G"/>
                                                            <p:cNvGrpSpPr/>
                                                            <p:nvPr/>
                                                          </p:nvGrpSpPr>
                                                          <p:grpSpPr>
                                                            <a:xfrm>
                                                              <a:off x="0" y="0"/>
                                                              <a:ext cx="1000000" cy="1000000"/>
                                                              <a:chOff x="0" y="0"/>
                                                              <a:chExt cx="1000000" cy="1000000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9" name="G"/>
                                                              <p:cNvGrpSpPr/>
                                                              <p:nvPr/>
                                                            </p:nvGrpSpPr>
                                                            <p:grpSpPr>
                                                              <a:xfrm>
                                                                <a:off x="0" y="0"/>
                                                                <a:ext cx="1000000" cy="1000000"/>
                                                                <a:chOff x="0" y="0"/>
                                                                <a:chExt cx="1000000" cy="1000000"/>
                                                              </a:xfrm>
                                                            </p:grpSpPr>
                                                            <p:grpSp>
                                                              <p:nvGrpSpPr>
                                                                <p:cNvPr id="9" name="G"/>
                                                                <p:cNvGrpSpPr/>
                                                                <p:nvPr/>
                                                              </p:nvGrpSpPr>
                                                              <p:grpSpPr>
                                                                <a:xfrm>
                                                                  <a:off x="0" y="0"/>
                                                                  <a:ext cx="1000000" cy="1000000"/>
                                                                  <a:chOff x="0" y="0"/>
                                                                  <a:chExt cx="1000000" cy="1000000"/>
                                                                </a:xfrm>
                                                              </p:grpSpPr>
                                                              <p:grpSp>
                                                                <p:nvGrpSpPr>
                                                                  <p:cNvPr id="9" name="G"/>
                                                                  <p:cNvGrpSpPr/>
                                                                  <p:nvPr/>
                                                                </p:nvGrpSpPr>
                                                                <p:grpSpPr>
                                                                  <a:xfrm>
                                                                    <a:off x="0" y="0"/>
                                                                    <a:ext cx="1000000" cy="1000000"/>
                                                                    <a:chOff x="0" y="0"/>
                                                                    <a:chExt cx="1000000" cy="1000000"/>
                                                                  </a:xfrm>
                                                                </p:grpSpPr>
                                                                <p:grpSp>
                                                                  <p:nvGrpSpPr>
                                                                    <p:cNvPr id="9" name="G"/>
                                                                    <p:cNvGrpSpPr/>
                                                                    <p:nvPr/>
                                                                  </p:nvGrpSpPr>
                                                                  <p:grpSpPr>
                                                                    <a:xfrm>
                                                                      <a:off x="0" y="0"/>
                                                                      <a:ext cx="1000000" cy="1000000"/>
                                                                      <a:chOff x="0" y="0"/>
                                                                      <a:chExt cx="1000000" cy="1000000"/>
                                                                    </a:xfrm>
                                                                  </p:grpSpPr>
                                                                  <p:sp>
                                                                    <p:nvSpPr>
                                                                      <p:cNvPr id="2" name="T2"/>
                                                                      <p:cNvSpPr txBox="1"/>
                                                                      <p:nvPr/>
                                                                    </p:nvSpPr>
                                                                    <p:spPr>
                                                                      <a:xfrm>
                                                                        <a:off x="914400" y="914400"/>
                                                                        <a:ext cx="3000000" cy="500000"/>
                                                                      </a:xfrm>
                                                                      <a:prstGeom prst="rect">
                                                                        <a:avLst/>
                                                                      </a:prstGeom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r>
                                                                          <a:rPr lang="en-US"/>
                                                                          <a:t>Deep inside</a:t>
                                                                        </a:r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</p:grp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</p:sld>
</file>