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  <p:sldId id="700" r:id="rId446"/>
    <p:sldId id="701" r:id="rId447"/>
    <p:sldId id="702" r:id="rId448"/>
    <p:sldId id="703" r:id="rId449"/>
    <p:sldId id="704" r:id="rId450"/>
    <p:sldId id="705" r:id="rId451"/>
    <p:sldId id="706" r:id="rId452"/>
    <p:sldId id="707" r:id="rId453"/>
    <p:sldId id="708" r:id="rId454"/>
    <p:sldId id="709" r:id="rId455"/>
    <p:sldId id="710" r:id="rId456"/>
    <p:sldId id="711" r:id="rId457"/>
    <p:sldId id="712" r:id="rId458"/>
    <p:sldId id="713" r:id="rId459"/>
    <p:sldId id="714" r:id="rId460"/>
    <p:sldId id="715" r:id="rId461"/>
    <p:sldId id="716" r:id="rId462"/>
    <p:sldId id="717" r:id="rId463"/>
    <p:sldId id="718" r:id="rId464"/>
    <p:sldId id="719" r:id="rId465"/>
    <p:sldId id="720" r:id="rId466"/>
    <p:sldId id="721" r:id="rId467"/>
    <p:sldId id="722" r:id="rId468"/>
    <p:sldId id="723" r:id="rId469"/>
    <p:sldId id="724" r:id="rId470"/>
    <p:sldId id="725" r:id="rId471"/>
    <p:sldId id="726" r:id="rId472"/>
    <p:sldId id="727" r:id="rId473"/>
    <p:sldId id="728" r:id="rId474"/>
    <p:sldId id="729" r:id="rId475"/>
    <p:sldId id="730" r:id="rId476"/>
    <p:sldId id="731" r:id="rId477"/>
    <p:sldId id="732" r:id="rId478"/>
    <p:sldId id="733" r:id="rId479"/>
    <p:sldId id="734" r:id="rId480"/>
    <p:sldId id="735" r:id="rId481"/>
    <p:sldId id="736" r:id="rId482"/>
    <p:sldId id="737" r:id="rId483"/>
    <p:sldId id="738" r:id="rId484"/>
    <p:sldId id="739" r:id="rId485"/>
    <p:sldId id="740" r:id="rId486"/>
    <p:sldId id="741" r:id="rId487"/>
    <p:sldId id="742" r:id="rId488"/>
    <p:sldId id="743" r:id="rId489"/>
    <p:sldId id="744" r:id="rId490"/>
    <p:sldId id="745" r:id="rId491"/>
    <p:sldId id="746" r:id="rId492"/>
    <p:sldId id="747" r:id="rId493"/>
    <p:sldId id="748" r:id="rId494"/>
    <p:sldId id="749" r:id="rId495"/>
    <p:sldId id="750" r:id="rId496"/>
    <p:sldId id="751" r:id="rId497"/>
    <p:sldId id="752" r:id="rId498"/>
    <p:sldId id="753" r:id="rId499"/>
    <p:sldId id="754" r:id="rId500"/>
    <p:sldId id="755" r:id="rId501"/>
    <p:sldId id="756" r:id="rId50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slide" Target="slides/slide437.xml"/><Relationship Id="rId439" Type="http://schemas.openxmlformats.org/officeDocument/2006/relationships/slide" Target="slides/slide438.xml"/><Relationship Id="rId440" Type="http://schemas.openxmlformats.org/officeDocument/2006/relationships/slide" Target="slides/slide439.xml"/><Relationship Id="rId441" Type="http://schemas.openxmlformats.org/officeDocument/2006/relationships/slide" Target="slides/slide440.xml"/><Relationship Id="rId442" Type="http://schemas.openxmlformats.org/officeDocument/2006/relationships/slide" Target="slides/slide441.xml"/><Relationship Id="rId443" Type="http://schemas.openxmlformats.org/officeDocument/2006/relationships/slide" Target="slides/slide442.xml"/><Relationship Id="rId444" Type="http://schemas.openxmlformats.org/officeDocument/2006/relationships/slide" Target="slides/slide443.xml"/><Relationship Id="rId445" Type="http://schemas.openxmlformats.org/officeDocument/2006/relationships/slide" Target="slides/slide444.xml"/><Relationship Id="rId446" Type="http://schemas.openxmlformats.org/officeDocument/2006/relationships/slide" Target="slides/slide445.xml"/><Relationship Id="rId447" Type="http://schemas.openxmlformats.org/officeDocument/2006/relationships/slide" Target="slides/slide446.xml"/><Relationship Id="rId448" Type="http://schemas.openxmlformats.org/officeDocument/2006/relationships/slide" Target="slides/slide447.xml"/><Relationship Id="rId449" Type="http://schemas.openxmlformats.org/officeDocument/2006/relationships/slide" Target="slides/slide448.xml"/><Relationship Id="rId450" Type="http://schemas.openxmlformats.org/officeDocument/2006/relationships/slide" Target="slides/slide449.xml"/><Relationship Id="rId451" Type="http://schemas.openxmlformats.org/officeDocument/2006/relationships/slide" Target="slides/slide450.xml"/><Relationship Id="rId452" Type="http://schemas.openxmlformats.org/officeDocument/2006/relationships/slide" Target="slides/slide451.xml"/><Relationship Id="rId453" Type="http://schemas.openxmlformats.org/officeDocument/2006/relationships/slide" Target="slides/slide452.xml"/><Relationship Id="rId454" Type="http://schemas.openxmlformats.org/officeDocument/2006/relationships/slide" Target="slides/slide453.xml"/><Relationship Id="rId455" Type="http://schemas.openxmlformats.org/officeDocument/2006/relationships/slide" Target="slides/slide454.xml"/><Relationship Id="rId456" Type="http://schemas.openxmlformats.org/officeDocument/2006/relationships/slide" Target="slides/slide455.xml"/><Relationship Id="rId457" Type="http://schemas.openxmlformats.org/officeDocument/2006/relationships/slide" Target="slides/slide456.xml"/><Relationship Id="rId458" Type="http://schemas.openxmlformats.org/officeDocument/2006/relationships/slide" Target="slides/slide457.xml"/><Relationship Id="rId459" Type="http://schemas.openxmlformats.org/officeDocument/2006/relationships/slide" Target="slides/slide458.xml"/><Relationship Id="rId460" Type="http://schemas.openxmlformats.org/officeDocument/2006/relationships/slide" Target="slides/slide459.xml"/><Relationship Id="rId461" Type="http://schemas.openxmlformats.org/officeDocument/2006/relationships/slide" Target="slides/slide460.xml"/><Relationship Id="rId462" Type="http://schemas.openxmlformats.org/officeDocument/2006/relationships/slide" Target="slides/slide461.xml"/><Relationship Id="rId463" Type="http://schemas.openxmlformats.org/officeDocument/2006/relationships/slide" Target="slides/slide462.xml"/><Relationship Id="rId464" Type="http://schemas.openxmlformats.org/officeDocument/2006/relationships/slide" Target="slides/slide463.xml"/><Relationship Id="rId465" Type="http://schemas.openxmlformats.org/officeDocument/2006/relationships/slide" Target="slides/slide464.xml"/><Relationship Id="rId466" Type="http://schemas.openxmlformats.org/officeDocument/2006/relationships/slide" Target="slides/slide465.xml"/><Relationship Id="rId467" Type="http://schemas.openxmlformats.org/officeDocument/2006/relationships/slide" Target="slides/slide466.xml"/><Relationship Id="rId468" Type="http://schemas.openxmlformats.org/officeDocument/2006/relationships/slide" Target="slides/slide467.xml"/><Relationship Id="rId469" Type="http://schemas.openxmlformats.org/officeDocument/2006/relationships/slide" Target="slides/slide468.xml"/><Relationship Id="rId470" Type="http://schemas.openxmlformats.org/officeDocument/2006/relationships/slide" Target="slides/slide469.xml"/><Relationship Id="rId471" Type="http://schemas.openxmlformats.org/officeDocument/2006/relationships/slide" Target="slides/slide470.xml"/><Relationship Id="rId472" Type="http://schemas.openxmlformats.org/officeDocument/2006/relationships/slide" Target="slides/slide471.xml"/><Relationship Id="rId473" Type="http://schemas.openxmlformats.org/officeDocument/2006/relationships/slide" Target="slides/slide472.xml"/><Relationship Id="rId474" Type="http://schemas.openxmlformats.org/officeDocument/2006/relationships/slide" Target="slides/slide473.xml"/><Relationship Id="rId475" Type="http://schemas.openxmlformats.org/officeDocument/2006/relationships/slide" Target="slides/slide474.xml"/><Relationship Id="rId476" Type="http://schemas.openxmlformats.org/officeDocument/2006/relationships/slide" Target="slides/slide475.xml"/><Relationship Id="rId477" Type="http://schemas.openxmlformats.org/officeDocument/2006/relationships/slide" Target="slides/slide476.xml"/><Relationship Id="rId478" Type="http://schemas.openxmlformats.org/officeDocument/2006/relationships/slide" Target="slides/slide477.xml"/><Relationship Id="rId479" Type="http://schemas.openxmlformats.org/officeDocument/2006/relationships/slide" Target="slides/slide478.xml"/><Relationship Id="rId480" Type="http://schemas.openxmlformats.org/officeDocument/2006/relationships/slide" Target="slides/slide479.xml"/><Relationship Id="rId481" Type="http://schemas.openxmlformats.org/officeDocument/2006/relationships/slide" Target="slides/slide480.xml"/><Relationship Id="rId482" Type="http://schemas.openxmlformats.org/officeDocument/2006/relationships/slide" Target="slides/slide481.xml"/><Relationship Id="rId483" Type="http://schemas.openxmlformats.org/officeDocument/2006/relationships/slide" Target="slides/slide482.xml"/><Relationship Id="rId484" Type="http://schemas.openxmlformats.org/officeDocument/2006/relationships/slide" Target="slides/slide483.xml"/><Relationship Id="rId485" Type="http://schemas.openxmlformats.org/officeDocument/2006/relationships/slide" Target="slides/slide484.xml"/><Relationship Id="rId486" Type="http://schemas.openxmlformats.org/officeDocument/2006/relationships/slide" Target="slides/slide485.xml"/><Relationship Id="rId487" Type="http://schemas.openxmlformats.org/officeDocument/2006/relationships/slide" Target="slides/slide486.xml"/><Relationship Id="rId488" Type="http://schemas.openxmlformats.org/officeDocument/2006/relationships/slide" Target="slides/slide487.xml"/><Relationship Id="rId489" Type="http://schemas.openxmlformats.org/officeDocument/2006/relationships/slide" Target="slides/slide488.xml"/><Relationship Id="rId490" Type="http://schemas.openxmlformats.org/officeDocument/2006/relationships/slide" Target="slides/slide489.xml"/><Relationship Id="rId491" Type="http://schemas.openxmlformats.org/officeDocument/2006/relationships/slide" Target="slides/slide490.xml"/><Relationship Id="rId492" Type="http://schemas.openxmlformats.org/officeDocument/2006/relationships/slide" Target="slides/slide491.xml"/><Relationship Id="rId493" Type="http://schemas.openxmlformats.org/officeDocument/2006/relationships/slide" Target="slides/slide492.xml"/><Relationship Id="rId494" Type="http://schemas.openxmlformats.org/officeDocument/2006/relationships/slide" Target="slides/slide493.xml"/><Relationship Id="rId495" Type="http://schemas.openxmlformats.org/officeDocument/2006/relationships/slide" Target="slides/slide494.xml"/><Relationship Id="rId496" Type="http://schemas.openxmlformats.org/officeDocument/2006/relationships/slide" Target="slides/slide495.xml"/><Relationship Id="rId497" Type="http://schemas.openxmlformats.org/officeDocument/2006/relationships/slide" Target="slides/slide496.xml"/><Relationship Id="rId498" Type="http://schemas.openxmlformats.org/officeDocument/2006/relationships/slide" Target="slides/slide497.xml"/><Relationship Id="rId499" Type="http://schemas.openxmlformats.org/officeDocument/2006/relationships/slide" Target="slides/slide498.xml"/><Relationship Id="rId500" Type="http://schemas.openxmlformats.org/officeDocument/2006/relationships/slide" Target="slides/slide499.xml"/><Relationship Id="rId501" Type="http://schemas.openxmlformats.org/officeDocument/2006/relationships/slide" Target="slides/slide500.xml"/><Relationship Id="rId502" Type="http://schemas.openxmlformats.org/officeDocument/2006/relationships/slide" Target="slides/slide50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50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51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52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53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54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55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56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57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58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59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60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61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62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63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64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65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66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67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68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69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70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71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72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73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74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75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76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77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78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79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80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81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82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83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84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85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86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87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88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89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90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91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92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93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94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95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96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97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98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99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100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101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102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103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104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105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106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107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108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109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110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111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112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113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114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115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116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117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118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119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120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121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122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123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124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125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126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127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128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129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130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131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132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133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134</a:t>
            </a:r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135</a:t>
            </a:r>
          </a:p>
        </p:txBody>
      </p:sp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136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137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138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139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140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141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142</a:t>
            </a:r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143</a:t>
            </a:r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144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145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146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147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148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149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150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151</a:t>
            </a:r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152</a:t>
            </a:r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153</a:t>
            </a:r>
          </a:p>
        </p:txBody>
      </p:sp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154</a:t>
            </a:r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155</a:t>
            </a:r>
          </a:p>
        </p:txBody>
      </p:sp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156</a:t>
            </a:r>
          </a:p>
        </p:txBody>
      </p:sp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157</a:t>
            </a:r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158</a:t>
            </a:r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159</a:t>
            </a:r>
          </a:p>
        </p:txBody>
      </p:sp>
    </p:spTree>
  </p:cSld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160</a:t>
            </a:r>
          </a:p>
        </p:txBody>
      </p:sp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161</a:t>
            </a:r>
          </a:p>
        </p:txBody>
      </p:sp>
    </p:spTree>
  </p:cSld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162</a:t>
            </a:r>
          </a:p>
        </p:txBody>
      </p:sp>
    </p:spTree>
  </p:cSld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163</a:t>
            </a:r>
          </a:p>
        </p:txBody>
      </p:sp>
    </p:spTree>
  </p:cSld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164</a:t>
            </a:r>
          </a:p>
        </p:txBody>
      </p:sp>
    </p:spTree>
  </p:cSld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165</a:t>
            </a:r>
          </a:p>
        </p:txBody>
      </p:sp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166</a:t>
            </a:r>
          </a:p>
        </p:txBody>
      </p:sp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167</a:t>
            </a:r>
          </a:p>
        </p:txBody>
      </p:sp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168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169</a:t>
            </a:r>
          </a:p>
        </p:txBody>
      </p:sp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170</a:t>
            </a:r>
          </a:p>
        </p:txBody>
      </p:sp>
    </p:spTree>
  </p:cSld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171</a:t>
            </a:r>
          </a:p>
        </p:txBody>
      </p:sp>
    </p:spTree>
  </p:cSld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172</a:t>
            </a:r>
          </a:p>
        </p:txBody>
      </p:sp>
    </p:spTree>
  </p:cSld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173</a:t>
            </a:r>
          </a:p>
        </p:txBody>
      </p:sp>
    </p:spTree>
  </p:cSld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174</a:t>
            </a:r>
          </a:p>
        </p:txBody>
      </p:sp>
    </p:spTree>
  </p:cSld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175</a:t>
            </a:r>
          </a:p>
        </p:txBody>
      </p:sp>
    </p:spTree>
  </p:cSld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176</a:t>
            </a:r>
          </a:p>
        </p:txBody>
      </p:sp>
    </p:spTree>
  </p:cSld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177</a:t>
            </a:r>
          </a:p>
        </p:txBody>
      </p:sp>
    </p:spTree>
  </p:cSld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178</a:t>
            </a:r>
          </a:p>
        </p:txBody>
      </p:sp>
    </p:spTree>
  </p:cSld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179</a:t>
            </a:r>
          </a:p>
        </p:txBody>
      </p:sp>
    </p:spTree>
  </p:cSld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180</a:t>
            </a:r>
          </a:p>
        </p:txBody>
      </p:sp>
    </p:spTree>
  </p:cSld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181</a:t>
            </a:r>
          </a:p>
        </p:txBody>
      </p:sp>
    </p:spTree>
  </p:cSld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182</a:t>
            </a:r>
          </a:p>
        </p:txBody>
      </p:sp>
    </p:spTree>
  </p:cSld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183</a:t>
            </a:r>
          </a:p>
        </p:txBody>
      </p:sp>
    </p:spTree>
  </p:cSld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184</a:t>
            </a:r>
          </a:p>
        </p:txBody>
      </p:sp>
    </p:spTree>
  </p:cSld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185</a:t>
            </a:r>
          </a:p>
        </p:txBody>
      </p:sp>
    </p:spTree>
  </p:cSld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186</a:t>
            </a:r>
          </a:p>
        </p:txBody>
      </p:sp>
    </p:spTree>
  </p:cSld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187</a:t>
            </a:r>
          </a:p>
        </p:txBody>
      </p:sp>
    </p:spTree>
  </p:cSld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188</a:t>
            </a:r>
          </a:p>
        </p:txBody>
      </p:sp>
    </p:spTree>
  </p:cSld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189</a:t>
            </a:r>
          </a:p>
        </p:txBody>
      </p:sp>
    </p:spTree>
  </p:cSld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190</a:t>
            </a:r>
          </a:p>
        </p:txBody>
      </p:sp>
    </p:spTree>
  </p:cSld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191</a:t>
            </a:r>
          </a:p>
        </p:txBody>
      </p:sp>
    </p:spTree>
  </p:cSld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192</a:t>
            </a:r>
          </a:p>
        </p:txBody>
      </p:sp>
    </p:spTree>
  </p:cSld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193</a:t>
            </a:r>
          </a:p>
        </p:txBody>
      </p:sp>
    </p:spTree>
  </p:cSld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194</a:t>
            </a:r>
          </a:p>
        </p:txBody>
      </p:sp>
    </p:spTree>
  </p:cSld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195</a:t>
            </a:r>
          </a:p>
        </p:txBody>
      </p:sp>
    </p:spTree>
  </p:cSld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196</a:t>
            </a:r>
          </a:p>
        </p:txBody>
      </p:sp>
    </p:spTree>
  </p:cSld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197</a:t>
            </a:r>
          </a:p>
        </p:txBody>
      </p:sp>
    </p:spTree>
  </p:cSld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198</a:t>
            </a:r>
          </a:p>
        </p:txBody>
      </p:sp>
    </p:spTree>
  </p:cSld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199</a:t>
            </a:r>
          </a:p>
        </p:txBody>
      </p:sp>
    </p:spTree>
  </p:cSld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200</a:t>
            </a:r>
          </a:p>
        </p:txBody>
      </p:sp>
    </p:spTree>
  </p:cSld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201</a:t>
            </a:r>
          </a:p>
        </p:txBody>
      </p:sp>
    </p:spTree>
  </p:cSld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202</a:t>
            </a:r>
          </a:p>
        </p:txBody>
      </p:sp>
    </p:spTree>
  </p:cSld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203</a:t>
            </a:r>
          </a:p>
        </p:txBody>
      </p:sp>
    </p:spTree>
  </p:cSld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204</a:t>
            </a:r>
          </a:p>
        </p:txBody>
      </p:sp>
    </p:spTree>
  </p:cSld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205</a:t>
            </a:r>
          </a:p>
        </p:txBody>
      </p:sp>
    </p:spTree>
  </p:cSld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206</a:t>
            </a:r>
          </a:p>
        </p:txBody>
      </p:sp>
    </p:spTree>
  </p:cSld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207</a:t>
            </a:r>
          </a:p>
        </p:txBody>
      </p:sp>
    </p:spTree>
  </p:cSld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208</a:t>
            </a:r>
          </a:p>
        </p:txBody>
      </p:sp>
    </p:spTree>
  </p:cSld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209</a:t>
            </a:r>
          </a:p>
        </p:txBody>
      </p:sp>
    </p:spTree>
  </p:cSld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210</a:t>
            </a:r>
          </a:p>
        </p:txBody>
      </p:sp>
    </p:spTree>
  </p:cSld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211</a:t>
            </a:r>
          </a:p>
        </p:txBody>
      </p:sp>
    </p:spTree>
  </p:cSld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212</a:t>
            </a:r>
          </a:p>
        </p:txBody>
      </p:sp>
    </p:spTree>
  </p:cSld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213</a:t>
            </a:r>
          </a:p>
        </p:txBody>
      </p:sp>
    </p:spTree>
  </p:cSld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214</a:t>
            </a:r>
          </a:p>
        </p:txBody>
      </p:sp>
    </p:spTree>
  </p:cSld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215</a:t>
            </a:r>
          </a:p>
        </p:txBody>
      </p:sp>
    </p:spTree>
  </p:cSld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216</a:t>
            </a:r>
          </a:p>
        </p:txBody>
      </p:sp>
    </p:spTree>
  </p:cSld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217</a:t>
            </a:r>
          </a:p>
        </p:txBody>
      </p:sp>
    </p:spTree>
  </p:cSld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218</a:t>
            </a:r>
          </a:p>
        </p:txBody>
      </p:sp>
    </p:spTree>
  </p:cSld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219</a:t>
            </a:r>
          </a:p>
        </p:txBody>
      </p:sp>
    </p:spTree>
  </p:cSld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220</a:t>
            </a:r>
          </a:p>
        </p:txBody>
      </p:sp>
    </p:spTree>
  </p:cSld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221</a:t>
            </a:r>
          </a:p>
        </p:txBody>
      </p:sp>
    </p:spTree>
  </p:cSld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222</a:t>
            </a:r>
          </a:p>
        </p:txBody>
      </p:sp>
    </p:spTree>
  </p:cSld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223</a:t>
            </a:r>
          </a:p>
        </p:txBody>
      </p:sp>
    </p:spTree>
  </p:cSld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224</a:t>
            </a:r>
          </a:p>
        </p:txBody>
      </p:sp>
    </p:spTree>
  </p:cSld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225</a:t>
            </a:r>
          </a:p>
        </p:txBody>
      </p:sp>
    </p:spTree>
  </p:cSld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226</a:t>
            </a:r>
          </a:p>
        </p:txBody>
      </p:sp>
    </p:spTree>
  </p:cSld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227</a:t>
            </a:r>
          </a:p>
        </p:txBody>
      </p:sp>
    </p:spTree>
  </p:cSld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228</a:t>
            </a:r>
          </a:p>
        </p:txBody>
      </p:sp>
    </p:spTree>
  </p:cSld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229</a:t>
            </a:r>
          </a:p>
        </p:txBody>
      </p:sp>
    </p:spTree>
  </p:cSld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230</a:t>
            </a:r>
          </a:p>
        </p:txBody>
      </p:sp>
    </p:spTree>
  </p:cSld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231</a:t>
            </a:r>
          </a:p>
        </p:txBody>
      </p:sp>
    </p:spTree>
  </p:cSld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232</a:t>
            </a:r>
          </a:p>
        </p:txBody>
      </p:sp>
    </p:spTree>
  </p:cSld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233</a:t>
            </a:r>
          </a:p>
        </p:txBody>
      </p:sp>
    </p:spTree>
  </p:cSld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234</a:t>
            </a:r>
          </a:p>
        </p:txBody>
      </p:sp>
    </p:spTree>
  </p:cSld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235</a:t>
            </a:r>
          </a:p>
        </p:txBody>
      </p:sp>
    </p:spTree>
  </p:cSld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236</a:t>
            </a:r>
          </a:p>
        </p:txBody>
      </p:sp>
    </p:spTree>
  </p:cSld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237</a:t>
            </a:r>
          </a:p>
        </p:txBody>
      </p:sp>
    </p:spTree>
  </p:cSld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238</a:t>
            </a:r>
          </a:p>
        </p:txBody>
      </p:sp>
    </p:spTree>
  </p:cSld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239</a:t>
            </a:r>
          </a:p>
        </p:txBody>
      </p:sp>
    </p:spTree>
  </p:cSld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240</a:t>
            </a:r>
          </a:p>
        </p:txBody>
      </p:sp>
    </p:spTree>
  </p:cSld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241</a:t>
            </a:r>
          </a:p>
        </p:txBody>
      </p:sp>
    </p:spTree>
  </p:cSld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242</a:t>
            </a:r>
          </a:p>
        </p:txBody>
      </p:sp>
    </p:spTree>
  </p:cSld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243</a:t>
            </a:r>
          </a:p>
        </p:txBody>
      </p:sp>
    </p:spTree>
  </p:cSld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244</a:t>
            </a:r>
          </a:p>
        </p:txBody>
      </p:sp>
    </p:spTree>
  </p:cSld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245</a:t>
            </a:r>
          </a:p>
        </p:txBody>
      </p:sp>
    </p:spTree>
  </p:cSld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246</a:t>
            </a:r>
          </a:p>
        </p:txBody>
      </p:sp>
    </p:spTree>
  </p:cSld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247</a:t>
            </a:r>
          </a:p>
        </p:txBody>
      </p:sp>
    </p:spTree>
  </p:cSld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248</a:t>
            </a:r>
          </a:p>
        </p:txBody>
      </p:sp>
    </p:spTree>
  </p:cSld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249</a:t>
            </a:r>
          </a:p>
        </p:txBody>
      </p:sp>
    </p:spTree>
  </p:cSld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250</a:t>
            </a:r>
          </a:p>
        </p:txBody>
      </p:sp>
    </p:spTree>
  </p:cSld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251</a:t>
            </a:r>
          </a:p>
        </p:txBody>
      </p:sp>
    </p:spTree>
  </p:cSld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252</a:t>
            </a:r>
          </a:p>
        </p:txBody>
      </p:sp>
    </p:spTree>
  </p:cSld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253</a:t>
            </a:r>
          </a:p>
        </p:txBody>
      </p:sp>
    </p:spTree>
  </p:cSld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254</a:t>
            </a:r>
          </a:p>
        </p:txBody>
      </p:sp>
    </p:spTree>
  </p:cSld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255</a:t>
            </a:r>
          </a:p>
        </p:txBody>
      </p:sp>
    </p:spTree>
  </p:cSld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256</a:t>
            </a:r>
          </a:p>
        </p:txBody>
      </p:sp>
    </p:spTree>
  </p:cSld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257</a:t>
            </a:r>
          </a:p>
        </p:txBody>
      </p:sp>
    </p:spTree>
  </p:cSld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258</a:t>
            </a:r>
          </a:p>
        </p:txBody>
      </p:sp>
    </p:spTree>
  </p:cSld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259</a:t>
            </a:r>
          </a:p>
        </p:txBody>
      </p:sp>
    </p:spTree>
  </p:cSld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260</a:t>
            </a:r>
          </a:p>
        </p:txBody>
      </p:sp>
    </p:spTree>
  </p:cSld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261</a:t>
            </a:r>
          </a:p>
        </p:txBody>
      </p:sp>
    </p:spTree>
  </p:cSld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262</a:t>
            </a:r>
          </a:p>
        </p:txBody>
      </p:sp>
    </p:spTree>
  </p:cSld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263</a:t>
            </a:r>
          </a:p>
        </p:txBody>
      </p:sp>
    </p:spTree>
  </p:cSld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264</a:t>
            </a:r>
          </a:p>
        </p:txBody>
      </p:sp>
    </p:spTree>
  </p:cSld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265</a:t>
            </a:r>
          </a:p>
        </p:txBody>
      </p:sp>
    </p:spTree>
  </p:cSld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266</a:t>
            </a:r>
          </a:p>
        </p:txBody>
      </p:sp>
    </p:spTree>
  </p:cSld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267</a:t>
            </a:r>
          </a:p>
        </p:txBody>
      </p:sp>
    </p:spTree>
  </p:cSld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268</a:t>
            </a:r>
          </a:p>
        </p:txBody>
      </p:sp>
    </p:spTree>
  </p:cSld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269</a:t>
            </a:r>
          </a:p>
        </p:txBody>
      </p:sp>
    </p:spTree>
  </p:cSld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270</a:t>
            </a:r>
          </a:p>
        </p:txBody>
      </p:sp>
    </p:spTree>
  </p:cSld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271</a:t>
            </a:r>
          </a:p>
        </p:txBody>
      </p:sp>
    </p:spTree>
  </p:cSld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272</a:t>
            </a:r>
          </a:p>
        </p:txBody>
      </p:sp>
    </p:spTree>
  </p:cSld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273</a:t>
            </a:r>
          </a:p>
        </p:txBody>
      </p:sp>
    </p:spTree>
  </p:cSld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274</a:t>
            </a:r>
          </a:p>
        </p:txBody>
      </p:sp>
    </p:spTree>
  </p:cSld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275</a:t>
            </a:r>
          </a:p>
        </p:txBody>
      </p:sp>
    </p:spTree>
  </p:cSld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276</a:t>
            </a:r>
          </a:p>
        </p:txBody>
      </p:sp>
    </p:spTree>
  </p:cSld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277</a:t>
            </a:r>
          </a:p>
        </p:txBody>
      </p:sp>
    </p:spTree>
  </p:cSld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278</a:t>
            </a:r>
          </a:p>
        </p:txBody>
      </p:sp>
    </p:spTree>
  </p:cSld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279</a:t>
            </a:r>
          </a:p>
        </p:txBody>
      </p:sp>
    </p:spTree>
  </p:cSld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280</a:t>
            </a:r>
          </a:p>
        </p:txBody>
      </p:sp>
    </p:spTree>
  </p:cSld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281</a:t>
            </a:r>
          </a:p>
        </p:txBody>
      </p:sp>
    </p:spTree>
  </p:cSld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282</a:t>
            </a:r>
          </a:p>
        </p:txBody>
      </p:sp>
    </p:spTree>
  </p:cSld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283</a:t>
            </a:r>
          </a:p>
        </p:txBody>
      </p:sp>
    </p:spTree>
  </p:cSld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284</a:t>
            </a:r>
          </a:p>
        </p:txBody>
      </p:sp>
    </p:spTree>
  </p:cSld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285</a:t>
            </a:r>
          </a:p>
        </p:txBody>
      </p:sp>
    </p:spTree>
  </p:cSld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286</a:t>
            </a:r>
          </a:p>
        </p:txBody>
      </p:sp>
    </p:spTree>
  </p:cSld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287</a:t>
            </a:r>
          </a:p>
        </p:txBody>
      </p:sp>
    </p:spTree>
  </p:cSld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288</a:t>
            </a:r>
          </a:p>
        </p:txBody>
      </p:sp>
    </p:spTree>
  </p:cSld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289</a:t>
            </a:r>
          </a:p>
        </p:txBody>
      </p:sp>
    </p:spTree>
  </p:cSld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290</a:t>
            </a:r>
          </a:p>
        </p:txBody>
      </p:sp>
    </p:spTree>
  </p:cSld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291</a:t>
            </a:r>
          </a:p>
        </p:txBody>
      </p:sp>
    </p:spTree>
  </p:cSld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292</a:t>
            </a:r>
          </a:p>
        </p:txBody>
      </p:sp>
    </p:spTree>
  </p:cSld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293</a:t>
            </a:r>
          </a:p>
        </p:txBody>
      </p:sp>
    </p:spTree>
  </p:cSld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294</a:t>
            </a:r>
          </a:p>
        </p:txBody>
      </p:sp>
    </p:spTree>
  </p:cSld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295</a:t>
            </a:r>
          </a:p>
        </p:txBody>
      </p:sp>
    </p:spTree>
  </p:cSld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296</a:t>
            </a:r>
          </a:p>
        </p:txBody>
      </p:sp>
    </p:spTree>
  </p:cSld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297</a:t>
            </a:r>
          </a:p>
        </p:txBody>
      </p:sp>
    </p:spTree>
  </p:cSld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298</a:t>
            </a:r>
          </a:p>
        </p:txBody>
      </p:sp>
    </p:spTree>
  </p:cSld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299</a:t>
            </a:r>
          </a:p>
        </p:txBody>
      </p:sp>
    </p:spTree>
  </p:cSld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300</a:t>
            </a:r>
          </a:p>
        </p:txBody>
      </p:sp>
    </p:spTree>
  </p:cSld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301</a:t>
            </a:r>
          </a:p>
        </p:txBody>
      </p:sp>
    </p:spTree>
  </p:cSld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302</a:t>
            </a:r>
          </a:p>
        </p:txBody>
      </p:sp>
    </p:spTree>
  </p:cSld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303</a:t>
            </a:r>
          </a:p>
        </p:txBody>
      </p:sp>
    </p:spTree>
  </p:cSld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304</a:t>
            </a:r>
          </a:p>
        </p:txBody>
      </p:sp>
    </p:spTree>
  </p:cSld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305</a:t>
            </a:r>
          </a:p>
        </p:txBody>
      </p:sp>
    </p:spTree>
  </p:cSld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306</a:t>
            </a:r>
          </a:p>
        </p:txBody>
      </p:sp>
    </p:spTree>
  </p:cSld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307</a:t>
            </a:r>
          </a:p>
        </p:txBody>
      </p:sp>
    </p:spTree>
  </p:cSld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308</a:t>
            </a:r>
          </a:p>
        </p:txBody>
      </p:sp>
    </p:spTree>
  </p:cSld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309</a:t>
            </a:r>
          </a:p>
        </p:txBody>
      </p:sp>
    </p:spTree>
  </p:cSld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310</a:t>
            </a:r>
          </a:p>
        </p:txBody>
      </p:sp>
    </p:spTree>
  </p:cSld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311</a:t>
            </a:r>
          </a:p>
        </p:txBody>
      </p:sp>
    </p:spTree>
  </p:cSld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312</a:t>
            </a:r>
          </a:p>
        </p:txBody>
      </p:sp>
    </p:spTree>
  </p:cSld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313</a:t>
            </a:r>
          </a:p>
        </p:txBody>
      </p:sp>
    </p:spTree>
  </p:cSld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314</a:t>
            </a:r>
          </a:p>
        </p:txBody>
      </p:sp>
    </p:spTree>
  </p:cSld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315</a:t>
            </a:r>
          </a:p>
        </p:txBody>
      </p:sp>
    </p:spTree>
  </p:cSld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316</a:t>
            </a:r>
          </a:p>
        </p:txBody>
      </p:sp>
    </p:spTree>
  </p:cSld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317</a:t>
            </a:r>
          </a:p>
        </p:txBody>
      </p:sp>
    </p:spTree>
  </p:cSld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318</a:t>
            </a:r>
          </a:p>
        </p:txBody>
      </p:sp>
    </p:spTree>
  </p:cSld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319</a:t>
            </a:r>
          </a:p>
        </p:txBody>
      </p:sp>
    </p:spTree>
  </p:cSld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320</a:t>
            </a:r>
          </a:p>
        </p:txBody>
      </p:sp>
    </p:spTree>
  </p:cSld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321</a:t>
            </a:r>
          </a:p>
        </p:txBody>
      </p:sp>
    </p:spTree>
  </p:cSld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322</a:t>
            </a:r>
          </a:p>
        </p:txBody>
      </p:sp>
    </p:spTree>
  </p:cSld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323</a:t>
            </a:r>
          </a:p>
        </p:txBody>
      </p:sp>
    </p:spTree>
  </p:cSld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324</a:t>
            </a:r>
          </a:p>
        </p:txBody>
      </p:sp>
    </p:spTree>
  </p:cSld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325</a:t>
            </a:r>
          </a:p>
        </p:txBody>
      </p:sp>
    </p:spTree>
  </p:cSld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326</a:t>
            </a:r>
          </a:p>
        </p:txBody>
      </p:sp>
    </p:spTree>
  </p:cSld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327</a:t>
            </a:r>
          </a:p>
        </p:txBody>
      </p:sp>
    </p:spTree>
  </p:cSld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328</a:t>
            </a:r>
          </a:p>
        </p:txBody>
      </p:sp>
    </p:spTree>
  </p:cSld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329</a:t>
            </a:r>
          </a:p>
        </p:txBody>
      </p:sp>
    </p:spTree>
  </p:cSld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330</a:t>
            </a:r>
          </a:p>
        </p:txBody>
      </p:sp>
    </p:spTree>
  </p:cSld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331</a:t>
            </a:r>
          </a:p>
        </p:txBody>
      </p:sp>
    </p:spTree>
  </p:cSld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332</a:t>
            </a:r>
          </a:p>
        </p:txBody>
      </p:sp>
    </p:spTree>
  </p:cSld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333</a:t>
            </a:r>
          </a:p>
        </p:txBody>
      </p:sp>
    </p:spTree>
  </p:cSld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334</a:t>
            </a:r>
          </a:p>
        </p:txBody>
      </p:sp>
    </p:spTree>
  </p:cSld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335</a:t>
            </a:r>
          </a:p>
        </p:txBody>
      </p:sp>
    </p:spTree>
  </p:cSld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336</a:t>
            </a:r>
          </a:p>
        </p:txBody>
      </p:sp>
    </p:spTree>
  </p:cSld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337</a:t>
            </a:r>
          </a:p>
        </p:txBody>
      </p:sp>
    </p:spTree>
  </p:cSld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338</a:t>
            </a:r>
          </a:p>
        </p:txBody>
      </p:sp>
    </p:spTree>
  </p:cSld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339</a:t>
            </a:r>
          </a:p>
        </p:txBody>
      </p:sp>
    </p:spTree>
  </p:cSld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340</a:t>
            </a:r>
          </a:p>
        </p:txBody>
      </p:sp>
    </p:spTree>
  </p:cSld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341</a:t>
            </a:r>
          </a:p>
        </p:txBody>
      </p:sp>
    </p:spTree>
  </p:cSld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342</a:t>
            </a:r>
          </a:p>
        </p:txBody>
      </p:sp>
    </p:spTree>
  </p:cSld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343</a:t>
            </a:r>
          </a:p>
        </p:txBody>
      </p:sp>
    </p:spTree>
  </p:cSld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344</a:t>
            </a:r>
          </a:p>
        </p:txBody>
      </p:sp>
    </p:spTree>
  </p:cSld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345</a:t>
            </a:r>
          </a:p>
        </p:txBody>
      </p:sp>
    </p:spTree>
  </p:cSld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346</a:t>
            </a:r>
          </a:p>
        </p:txBody>
      </p:sp>
    </p:spTree>
  </p:cSld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347</a:t>
            </a:r>
          </a:p>
        </p:txBody>
      </p:sp>
    </p:spTree>
  </p:cSld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348</a:t>
            </a:r>
          </a:p>
        </p:txBody>
      </p:sp>
    </p:spTree>
  </p:cSld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349</a:t>
            </a:r>
          </a:p>
        </p:txBody>
      </p:sp>
    </p:spTree>
  </p:cSld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350</a:t>
            </a:r>
          </a:p>
        </p:txBody>
      </p:sp>
    </p:spTree>
  </p:cSld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351</a:t>
            </a:r>
          </a:p>
        </p:txBody>
      </p:sp>
    </p:spTree>
  </p:cSld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352</a:t>
            </a:r>
          </a:p>
        </p:txBody>
      </p:sp>
    </p:spTree>
  </p:cSld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353</a:t>
            </a:r>
          </a:p>
        </p:txBody>
      </p:sp>
    </p:spTree>
  </p:cSld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354</a:t>
            </a:r>
          </a:p>
        </p:txBody>
      </p:sp>
    </p:spTree>
  </p:cSld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355</a:t>
            </a:r>
          </a:p>
        </p:txBody>
      </p:sp>
    </p:spTree>
  </p:cSld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356</a:t>
            </a:r>
          </a:p>
        </p:txBody>
      </p:sp>
    </p:spTree>
  </p:cSld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357</a:t>
            </a:r>
          </a:p>
        </p:txBody>
      </p:sp>
    </p:spTree>
  </p:cSld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358</a:t>
            </a:r>
          </a:p>
        </p:txBody>
      </p:sp>
    </p:spTree>
  </p:cSld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359</a:t>
            </a:r>
          </a:p>
        </p:txBody>
      </p:sp>
    </p:spTree>
  </p:cSld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360</a:t>
            </a:r>
          </a:p>
        </p:txBody>
      </p:sp>
    </p:spTree>
  </p:cSld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361</a:t>
            </a:r>
          </a:p>
        </p:txBody>
      </p:sp>
    </p:spTree>
  </p:cSld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362</a:t>
            </a:r>
          </a:p>
        </p:txBody>
      </p:sp>
    </p:spTree>
  </p:cSld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363</a:t>
            </a:r>
          </a:p>
        </p:txBody>
      </p:sp>
    </p:spTree>
  </p:cSld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364</a:t>
            </a:r>
          </a:p>
        </p:txBody>
      </p:sp>
    </p:spTree>
  </p:cSld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365</a:t>
            </a:r>
          </a:p>
        </p:txBody>
      </p:sp>
    </p:spTree>
  </p:cSld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366</a:t>
            </a:r>
          </a:p>
        </p:txBody>
      </p:sp>
    </p:spTree>
  </p:cSld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367</a:t>
            </a:r>
          </a:p>
        </p:txBody>
      </p:sp>
    </p:spTree>
  </p:cSld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368</a:t>
            </a:r>
          </a:p>
        </p:txBody>
      </p:sp>
    </p:spTree>
  </p:cSld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369</a:t>
            </a:r>
          </a:p>
        </p:txBody>
      </p:sp>
    </p:spTree>
  </p:cSld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370</a:t>
            </a:r>
          </a:p>
        </p:txBody>
      </p:sp>
    </p:spTree>
  </p:cSld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371</a:t>
            </a:r>
          </a:p>
        </p:txBody>
      </p:sp>
    </p:spTree>
  </p:cSld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372</a:t>
            </a:r>
          </a:p>
        </p:txBody>
      </p:sp>
    </p:spTree>
  </p:cSld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373</a:t>
            </a:r>
          </a:p>
        </p:txBody>
      </p:sp>
    </p:spTree>
  </p:cSld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374</a:t>
            </a:r>
          </a:p>
        </p:txBody>
      </p:sp>
    </p:spTree>
  </p:cSld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375</a:t>
            </a:r>
          </a:p>
        </p:txBody>
      </p:sp>
    </p:spTree>
  </p:cSld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376</a:t>
            </a:r>
          </a:p>
        </p:txBody>
      </p:sp>
    </p:spTree>
  </p:cSld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377</a:t>
            </a:r>
          </a:p>
        </p:txBody>
      </p:sp>
    </p:spTree>
  </p:cSld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378</a:t>
            </a:r>
          </a:p>
        </p:txBody>
      </p:sp>
    </p:spTree>
  </p:cSld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379</a:t>
            </a:r>
          </a:p>
        </p:txBody>
      </p:sp>
    </p:spTree>
  </p:cSld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380</a:t>
            </a:r>
          </a:p>
        </p:txBody>
      </p:sp>
    </p:spTree>
  </p:cSld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381</a:t>
            </a:r>
          </a:p>
        </p:txBody>
      </p:sp>
    </p:spTree>
  </p:cSld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382</a:t>
            </a:r>
          </a:p>
        </p:txBody>
      </p:sp>
    </p:spTree>
  </p:cSld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383</a:t>
            </a:r>
          </a:p>
        </p:txBody>
      </p:sp>
    </p:spTree>
  </p:cSld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384</a:t>
            </a:r>
          </a:p>
        </p:txBody>
      </p:sp>
    </p:spTree>
  </p:cSld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385</a:t>
            </a:r>
          </a:p>
        </p:txBody>
      </p:sp>
    </p:spTree>
  </p:cSld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386</a:t>
            </a:r>
          </a:p>
        </p:txBody>
      </p:sp>
    </p:spTree>
  </p:cSld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387</a:t>
            </a:r>
          </a:p>
        </p:txBody>
      </p:sp>
    </p:spTree>
  </p:cSld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388</a:t>
            </a:r>
          </a:p>
        </p:txBody>
      </p:sp>
    </p:spTree>
  </p:cSld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389</a:t>
            </a:r>
          </a:p>
        </p:txBody>
      </p:sp>
    </p:spTree>
  </p:cSld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390</a:t>
            </a:r>
          </a:p>
        </p:txBody>
      </p:sp>
    </p:spTree>
  </p:cSld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391</a:t>
            </a:r>
          </a:p>
        </p:txBody>
      </p:sp>
    </p:spTree>
  </p:cSld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392</a:t>
            </a:r>
          </a:p>
        </p:txBody>
      </p:sp>
    </p:spTree>
  </p:cSld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393</a:t>
            </a:r>
          </a:p>
        </p:txBody>
      </p:sp>
    </p:spTree>
  </p:cSld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394</a:t>
            </a:r>
          </a:p>
        </p:txBody>
      </p:sp>
    </p:spTree>
  </p:cSld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395</a:t>
            </a:r>
          </a:p>
        </p:txBody>
      </p:sp>
    </p:spTree>
  </p:cSld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396</a:t>
            </a:r>
          </a:p>
        </p:txBody>
      </p:sp>
    </p:spTree>
  </p:cSld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397</a:t>
            </a:r>
          </a:p>
        </p:txBody>
      </p:sp>
    </p:spTree>
  </p:cSld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398</a:t>
            </a:r>
          </a:p>
        </p:txBody>
      </p:sp>
    </p:spTree>
  </p:cSld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399</a:t>
            </a:r>
          </a:p>
        </p:txBody>
      </p:sp>
    </p:spTree>
  </p:cSld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400</a:t>
            </a:r>
          </a:p>
        </p:txBody>
      </p:sp>
    </p:spTree>
  </p:cSld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401</a:t>
            </a:r>
          </a:p>
        </p:txBody>
      </p:sp>
    </p:spTree>
  </p:cSld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402</a:t>
            </a:r>
          </a:p>
        </p:txBody>
      </p:sp>
    </p:spTree>
  </p:cSld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403</a:t>
            </a:r>
          </a:p>
        </p:txBody>
      </p:sp>
    </p:spTree>
  </p:cSld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404</a:t>
            </a:r>
          </a:p>
        </p:txBody>
      </p:sp>
    </p:spTree>
  </p:cSld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405</a:t>
            </a:r>
          </a:p>
        </p:txBody>
      </p:sp>
    </p:spTree>
  </p:cSld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406</a:t>
            </a:r>
          </a:p>
        </p:txBody>
      </p:sp>
    </p:spTree>
  </p:cSld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407</a:t>
            </a:r>
          </a:p>
        </p:txBody>
      </p:sp>
    </p:spTree>
  </p:cSld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408</a:t>
            </a:r>
          </a:p>
        </p:txBody>
      </p:sp>
    </p:spTree>
  </p:cSld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409</a:t>
            </a:r>
          </a:p>
        </p:txBody>
      </p:sp>
    </p:spTree>
  </p:cSld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410</a:t>
            </a:r>
          </a:p>
        </p:txBody>
      </p:sp>
    </p:spTree>
  </p:cSld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411</a:t>
            </a:r>
          </a:p>
        </p:txBody>
      </p:sp>
    </p:spTree>
  </p:cSld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412</a:t>
            </a:r>
          </a:p>
        </p:txBody>
      </p:sp>
    </p:spTree>
  </p:cSld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413</a:t>
            </a:r>
          </a:p>
        </p:txBody>
      </p:sp>
    </p:spTree>
  </p:cSld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414</a:t>
            </a:r>
          </a:p>
        </p:txBody>
      </p:sp>
    </p:spTree>
  </p:cSld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415</a:t>
            </a:r>
          </a:p>
        </p:txBody>
      </p:sp>
    </p:spTree>
  </p:cSld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416</a:t>
            </a:r>
          </a:p>
        </p:txBody>
      </p:sp>
    </p:spTree>
  </p:cSld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417</a:t>
            </a:r>
          </a:p>
        </p:txBody>
      </p:sp>
    </p:spTree>
  </p:cSld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418</a:t>
            </a:r>
          </a:p>
        </p:txBody>
      </p:sp>
    </p:spTree>
  </p:cSld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419</a:t>
            </a:r>
          </a:p>
        </p:txBody>
      </p:sp>
    </p:spTree>
  </p:cSld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420</a:t>
            </a:r>
          </a:p>
        </p:txBody>
      </p:sp>
    </p:spTree>
  </p:cSld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421</a:t>
            </a:r>
          </a:p>
        </p:txBody>
      </p:sp>
    </p:spTree>
  </p:cSld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422</a:t>
            </a:r>
          </a:p>
        </p:txBody>
      </p:sp>
    </p:spTree>
  </p:cSld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423</a:t>
            </a:r>
          </a:p>
        </p:txBody>
      </p:sp>
    </p:spTree>
  </p:cSld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424</a:t>
            </a:r>
          </a:p>
        </p:txBody>
      </p:sp>
    </p:spTree>
  </p:cSld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425</a:t>
            </a:r>
          </a:p>
        </p:txBody>
      </p:sp>
    </p:spTree>
  </p:cSld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426</a:t>
            </a:r>
          </a:p>
        </p:txBody>
      </p:sp>
    </p:spTree>
  </p:cSld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427</a:t>
            </a:r>
          </a:p>
        </p:txBody>
      </p:sp>
    </p:spTree>
  </p:cSld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428</a:t>
            </a:r>
          </a:p>
        </p:txBody>
      </p:sp>
    </p:spTree>
  </p:cSld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429</a:t>
            </a:r>
          </a:p>
        </p:txBody>
      </p:sp>
    </p:spTree>
  </p:cSld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430</a:t>
            </a:r>
          </a:p>
        </p:txBody>
      </p:sp>
    </p:spTree>
  </p:cSld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431</a:t>
            </a:r>
          </a:p>
        </p:txBody>
      </p:sp>
    </p:spTree>
  </p:cSld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432</a:t>
            </a:r>
          </a:p>
        </p:txBody>
      </p:sp>
    </p:spTree>
  </p:cSld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433</a:t>
            </a:r>
          </a:p>
        </p:txBody>
      </p:sp>
    </p:spTree>
  </p:cSld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434</a:t>
            </a:r>
          </a:p>
        </p:txBody>
      </p:sp>
    </p:spTree>
  </p:cSld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435</a:t>
            </a:r>
          </a:p>
        </p:txBody>
      </p:sp>
    </p:spTree>
  </p:cSld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436</a:t>
            </a:r>
          </a:p>
        </p:txBody>
      </p:sp>
    </p:spTree>
  </p:cSld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437</a:t>
            </a:r>
          </a:p>
        </p:txBody>
      </p:sp>
    </p:spTree>
  </p:cSld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438</a:t>
            </a:r>
          </a:p>
        </p:txBody>
      </p:sp>
    </p:spTree>
  </p:cSld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439</a:t>
            </a:r>
          </a:p>
        </p:txBody>
      </p:sp>
    </p:spTree>
  </p:cSld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440</a:t>
            </a:r>
          </a:p>
        </p:txBody>
      </p:sp>
    </p:spTree>
  </p:cSld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441</a:t>
            </a:r>
          </a:p>
        </p:txBody>
      </p:sp>
    </p:spTree>
  </p:cSld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442</a:t>
            </a:r>
          </a:p>
        </p:txBody>
      </p:sp>
    </p:spTree>
  </p:cSld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443</a:t>
            </a:r>
          </a:p>
        </p:txBody>
      </p:sp>
    </p:spTree>
  </p:cSld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444</a:t>
            </a:r>
          </a:p>
        </p:txBody>
      </p:sp>
    </p:spTree>
  </p:cSld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445</a:t>
            </a:r>
          </a:p>
        </p:txBody>
      </p:sp>
    </p:spTree>
  </p:cSld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446</a:t>
            </a:r>
          </a:p>
        </p:txBody>
      </p:sp>
    </p:spTree>
  </p:cSld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447</a:t>
            </a:r>
          </a:p>
        </p:txBody>
      </p:sp>
    </p:spTree>
  </p:cSld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448</a:t>
            </a:r>
          </a:p>
        </p:txBody>
      </p:sp>
    </p:spTree>
  </p:cSld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449</a:t>
            </a:r>
          </a:p>
        </p:txBody>
      </p:sp>
    </p:spTree>
  </p:cSld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450</a:t>
            </a:r>
          </a:p>
        </p:txBody>
      </p:sp>
    </p:spTree>
  </p:cSld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451</a:t>
            </a:r>
          </a:p>
        </p:txBody>
      </p:sp>
    </p:spTree>
  </p:cSld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452</a:t>
            </a:r>
          </a:p>
        </p:txBody>
      </p:sp>
    </p:spTree>
  </p:cSld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453</a:t>
            </a:r>
          </a:p>
        </p:txBody>
      </p:sp>
    </p:spTree>
  </p:cSld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454</a:t>
            </a:r>
          </a:p>
        </p:txBody>
      </p:sp>
    </p:spTree>
  </p:cSld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455</a:t>
            </a:r>
          </a:p>
        </p:txBody>
      </p:sp>
    </p:spTree>
  </p:cSld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456</a:t>
            </a:r>
          </a:p>
        </p:txBody>
      </p:sp>
    </p:spTree>
  </p:cSld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457</a:t>
            </a:r>
          </a:p>
        </p:txBody>
      </p:sp>
    </p:spTree>
  </p:cSld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458</a:t>
            </a:r>
          </a:p>
        </p:txBody>
      </p:sp>
    </p:spTree>
  </p:cSld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459</a:t>
            </a:r>
          </a:p>
        </p:txBody>
      </p:sp>
    </p:spTree>
  </p:cSld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460</a:t>
            </a:r>
          </a:p>
        </p:txBody>
      </p:sp>
    </p:spTree>
  </p:cSld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461</a:t>
            </a:r>
          </a:p>
        </p:txBody>
      </p:sp>
    </p:spTree>
  </p:cSld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462</a:t>
            </a:r>
          </a:p>
        </p:txBody>
      </p:sp>
    </p:spTree>
  </p:cSld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463</a:t>
            </a:r>
          </a:p>
        </p:txBody>
      </p:sp>
    </p:spTree>
  </p:cSld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464</a:t>
            </a:r>
          </a:p>
        </p:txBody>
      </p:sp>
    </p:spTree>
  </p:cSld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465</a:t>
            </a:r>
          </a:p>
        </p:txBody>
      </p:sp>
    </p:spTree>
  </p:cSld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466</a:t>
            </a:r>
          </a:p>
        </p:txBody>
      </p:sp>
    </p:spTree>
  </p:cSld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467</a:t>
            </a:r>
          </a:p>
        </p:txBody>
      </p:sp>
    </p:spTree>
  </p:cSld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468</a:t>
            </a:r>
          </a:p>
        </p:txBody>
      </p:sp>
    </p:spTree>
  </p:cSld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469</a:t>
            </a:r>
          </a:p>
        </p:txBody>
      </p:sp>
    </p:spTree>
  </p:cSld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470</a:t>
            </a:r>
          </a:p>
        </p:txBody>
      </p:sp>
    </p:spTree>
  </p:cSld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471</a:t>
            </a:r>
          </a:p>
        </p:txBody>
      </p:sp>
    </p:spTree>
  </p:cSld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472</a:t>
            </a:r>
          </a:p>
        </p:txBody>
      </p:sp>
    </p:spTree>
  </p:cSld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473</a:t>
            </a:r>
          </a:p>
        </p:txBody>
      </p:sp>
    </p:spTree>
  </p:cSld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474</a:t>
            </a:r>
          </a:p>
        </p:txBody>
      </p:sp>
    </p:spTree>
  </p:cSld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475</a:t>
            </a:r>
          </a:p>
        </p:txBody>
      </p:sp>
    </p:spTree>
  </p:cSld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476</a:t>
            </a:r>
          </a:p>
        </p:txBody>
      </p:sp>
    </p:spTree>
  </p:cSld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477</a:t>
            </a:r>
          </a:p>
        </p:txBody>
      </p:sp>
    </p:spTree>
  </p:cSld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478</a:t>
            </a:r>
          </a:p>
        </p:txBody>
      </p:sp>
    </p:spTree>
  </p:cSld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479</a:t>
            </a:r>
          </a:p>
        </p:txBody>
      </p:sp>
    </p:spTree>
  </p:cSld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480</a:t>
            </a:r>
          </a:p>
        </p:txBody>
      </p:sp>
    </p:spTree>
  </p:cSld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481</a:t>
            </a:r>
          </a:p>
        </p:txBody>
      </p:sp>
    </p:spTree>
  </p:cSld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482</a:t>
            </a:r>
          </a:p>
        </p:txBody>
      </p:sp>
    </p:spTree>
  </p:cSld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483</a:t>
            </a:r>
          </a:p>
        </p:txBody>
      </p:sp>
    </p:spTree>
  </p:cSld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484</a:t>
            </a:r>
          </a:p>
        </p:txBody>
      </p:sp>
    </p:spTree>
  </p:cSld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485</a:t>
            </a:r>
          </a:p>
        </p:txBody>
      </p:sp>
    </p:spTree>
  </p:cSld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486</a:t>
            </a:r>
          </a:p>
        </p:txBody>
      </p:sp>
    </p:spTree>
  </p:cSld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487</a:t>
            </a:r>
          </a:p>
        </p:txBody>
      </p:sp>
    </p:spTree>
  </p:cSld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488</a:t>
            </a:r>
          </a:p>
        </p:txBody>
      </p:sp>
    </p:spTree>
  </p:cSld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489</a:t>
            </a:r>
          </a:p>
        </p:txBody>
      </p:sp>
    </p:spTree>
  </p:cSld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490</a:t>
            </a:r>
          </a:p>
        </p:txBody>
      </p:sp>
    </p:spTree>
  </p:cSld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491</a:t>
            </a:r>
          </a:p>
        </p:txBody>
      </p:sp>
    </p:spTree>
  </p:cSld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492</a:t>
            </a:r>
          </a:p>
        </p:txBody>
      </p:sp>
    </p:spTree>
  </p:cSld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493</a:t>
            </a:r>
          </a:p>
        </p:txBody>
      </p:sp>
    </p:spTree>
  </p:cSld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494</a:t>
            </a:r>
          </a:p>
        </p:txBody>
      </p:sp>
    </p:spTree>
  </p:cSld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495</a:t>
            </a:r>
          </a:p>
        </p:txBody>
      </p:sp>
    </p:spTree>
  </p:cSld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496</a:t>
            </a:r>
          </a:p>
        </p:txBody>
      </p:sp>
    </p:spTree>
  </p:cSld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497</a:t>
            </a:r>
          </a:p>
        </p:txBody>
      </p:sp>
    </p:spTree>
  </p:cSld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498</a:t>
            </a:r>
          </a:p>
        </p:txBody>
      </p:sp>
    </p:spTree>
  </p:cSld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499</a:t>
            </a:r>
          </a:p>
        </p:txBody>
      </p:sp>
    </p:spTree>
  </p:cSld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500</a:t>
            </a:r>
          </a:p>
        </p:txBody>
      </p:sp>
    </p:spTree>
  </p:cSld>
</p:sld>
</file>