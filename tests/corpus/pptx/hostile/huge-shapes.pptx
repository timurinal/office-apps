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uge"/>
          <p:cNvSpPr/>
          <p:nvPr/>
        </p:nvSpPr>
        <p:spPr>
          <a:xfrm rot="99999999999">
            <a:off x="-9000000000000000" y="9000000000000000"/>
            <a:ext cx="9000000000000000" cy="9007199254740993"/>
          </a:xfrm>
          <a:prstGeom prst="rect">
            <a:avLst/>
          </a:prstGeom>
          <a:ln w="999999999999">
            <a:solidFill>
              <a:srgbClr val="FF0000"/>
            </a:solidFill>
          </a:ln>
        </p:spPr>
        <p:txBody>
          <a:bodyPr lIns="99999999999999"/>
          <a:lstStyle/>
          <a:p>
            <a:r>
              <a:rPr sz="999999999"/>
              <a:t>big</a:t>
            </a:r>
          </a:p>
        </p:txBody>
      </p:sp>
      <p:graphicFrame>
        <p:nvGraphicFramePr>
          <p:cNvPr id="3" name="Table"/>
          <p:cNvGraphicFramePr/>
          <p:nvPr/>
        </p:nvGraphicFramePr>
        <p:xfrm>
          <a:off x="0" y="0"/>
          <a:ext cx="1" cy="1"/>
        </p:xfrm>
        <a:graphic>
          <a:graphicData uri="http://schemas.openxmlformats.org/drawingml/2006/table">
            <a:tbl>
              <a:tblPr/>
              <a:tblGrid>
                <a:gridCol w="9000000000000"/>
                <a:gridCol w="-5"/>
              </a:tblGrid>
              <a:tr h="9000000000000">
                <a:tc>
                  <a:txBody>
                    <a:bodyPr/>
                    <a:lstStyle/>
                    <a:p>
                      <a:r>
                        <a:rPr/>
                        <a:t>cell</a:t>
                      </a:r>
                    </a:p>
                  </a:txBody>
                  <a:tcPr/>
                </a:tc>
                <a:tc gridSpan="99999999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4" name="T4"/>
          <p:cNvSpPr txBox="1"/>
          <p:nvPr/>
        </p:nvSpPr>
        <p:spPr>
          <a:xfrm>
            <a:off x="914400" y="914400"/>
            <a:ext cx="3000000" cy="50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After the huge ones</a:t>
            </a:r>
          </a:p>
        </p:txBody>
      </p:sp>
    </p:spTree>
  </p:cSld>
</p:sld>
</file>