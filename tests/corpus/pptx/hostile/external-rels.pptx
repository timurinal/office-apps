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" Type="http://schemas.openxmlformats.org/officeDocument/2006/relationships/oleObject" Target="file:///etc/shadow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http://169.254.169.254/latest/meta-data/" TargetMode="External"/><Relationship Id="rId3" Type="http://schemas.openxmlformats.org/officeDocument/2006/relationships/image" Target="../../../../../../etc/passwd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Remote"/>
          <p:cNvPicPr/>
          <p:nvPr/>
        </p:nvPicPr>
        <p:blipFill>
          <a:blip r:link="rId2"/>
          <a:stretch>
            <a:fillRect/>
          </a:stretch>
        </p:blipFill>
        <p:spPr>
          <a:xfrm>
            <a:off x="914400" y="914400"/>
            <a:ext cx="1000000" cy="1000000"/>
          </a:xfrm>
          <a:prstGeom prst="rect">
            <a:avLst/>
          </a:prstGeom>
        </p:spPr>
      </p:pic>
      <p:pic>
        <p:nvPicPr>
          <p:cNvPr id="3" name="Climbing"/>
          <p:cNvPicPr/>
          <p:nvPr/>
        </p:nvPicPr>
        <p:blipFill>
          <a:blip r:embed="rId3"/>
          <a:stretch>
            <a:fillRect/>
          </a:stretch>
        </p:blipFill>
        <p:spPr>
          <a:xfrm>
            <a:off x="2914400" y="914400"/>
            <a:ext cx="1000000" cy="1000000"/>
          </a:xfrm>
          <a:prstGeom prst="rect">
            <a:avLst/>
          </a:prstGeom>
        </p:spPr>
      </p:pic>
      <p:pic>
        <p:nvPicPr>
          <p:cNvPr id="4" name="Embedded as external"/>
          <p:cNvPicPr/>
          <p:nvPr/>
        </p:nvPicPr>
        <p:blipFill>
          <a:blip r:embed="rId2"/>
          <a:stretch>
            <a:fillRect/>
          </a:stretch>
        </p:blipFill>
        <p:spPr>
          <a:xfrm>
            <a:off x="4914400" y="914400"/>
            <a:ext cx="1000000" cy="1000000"/>
          </a:xfrm>
          <a:prstGeom prst="rect">
            <a:avLst/>
          </a:prstGeom>
        </p:spPr>
      </p:pic>
      <p:sp>
        <p:nvSpPr>
          <p:cNvPr id="5" name="T5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Still here</a:t>
            </a:r>
          </a:p>
        </p:txBody>
      </p:sp>
    </p:spTree>
  </p:cSld>
</p:sld>
</file>