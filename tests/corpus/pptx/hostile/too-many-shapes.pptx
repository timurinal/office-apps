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0</a:t>
            </a:r>
          </a:p>
        </p:txBody>
      </p:sp>
      <p:sp>
        <p:nvSpPr>
          <p:cNvPr id="3" name="T3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1</a:t>
            </a:r>
          </a:p>
        </p:txBody>
      </p:sp>
      <p:sp>
        <p:nvSpPr>
          <p:cNvPr id="4" name="T4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2</a:t>
            </a:r>
          </a:p>
        </p:txBody>
      </p:sp>
      <p:sp>
        <p:nvSpPr>
          <p:cNvPr id="5" name="T5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3</a:t>
            </a:r>
          </a:p>
        </p:txBody>
      </p:sp>
      <p:sp>
        <p:nvSpPr>
          <p:cNvPr id="6" name="T6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4</a:t>
            </a:r>
          </a:p>
        </p:txBody>
      </p:sp>
      <p:sp>
        <p:nvSpPr>
          <p:cNvPr id="7" name="T7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5</a:t>
            </a:r>
          </a:p>
        </p:txBody>
      </p:sp>
      <p:sp>
        <p:nvSpPr>
          <p:cNvPr id="8" name="T8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6</a:t>
            </a:r>
          </a:p>
        </p:txBody>
      </p:sp>
      <p:sp>
        <p:nvSpPr>
          <p:cNvPr id="9" name="T9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7</a:t>
            </a:r>
          </a:p>
        </p:txBody>
      </p:sp>
      <p:sp>
        <p:nvSpPr>
          <p:cNvPr id="10" name="T10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8</a:t>
            </a:r>
          </a:p>
        </p:txBody>
      </p:sp>
      <p:sp>
        <p:nvSpPr>
          <p:cNvPr id="11" name="T11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9</a:t>
            </a:r>
          </a:p>
        </p:txBody>
      </p:sp>
      <p:sp>
        <p:nvSpPr>
          <p:cNvPr id="12" name="T1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10</a:t>
            </a:r>
          </a:p>
        </p:txBody>
      </p:sp>
      <p:sp>
        <p:nvSpPr>
          <p:cNvPr id="13" name="T13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11</a:t>
            </a:r>
          </a:p>
        </p:txBody>
      </p:sp>
      <p:sp>
        <p:nvSpPr>
          <p:cNvPr id="14" name="T14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12</a:t>
            </a:r>
          </a:p>
        </p:txBody>
      </p:sp>
      <p:sp>
        <p:nvSpPr>
          <p:cNvPr id="15" name="T15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13</a:t>
            </a:r>
          </a:p>
        </p:txBody>
      </p:sp>
      <p:sp>
        <p:nvSpPr>
          <p:cNvPr id="16" name="T16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14</a:t>
            </a:r>
          </a:p>
        </p:txBody>
      </p:sp>
      <p:sp>
        <p:nvSpPr>
          <p:cNvPr id="17" name="T17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15</a:t>
            </a:r>
          </a:p>
        </p:txBody>
      </p:sp>
      <p:sp>
        <p:nvSpPr>
          <p:cNvPr id="18" name="T18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16</a:t>
            </a:r>
          </a:p>
        </p:txBody>
      </p:sp>
      <p:sp>
        <p:nvSpPr>
          <p:cNvPr id="19" name="T19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17</a:t>
            </a:r>
          </a:p>
        </p:txBody>
      </p:sp>
      <p:sp>
        <p:nvSpPr>
          <p:cNvPr id="20" name="T20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18</a:t>
            </a:r>
          </a:p>
        </p:txBody>
      </p:sp>
      <p:sp>
        <p:nvSpPr>
          <p:cNvPr id="21" name="T21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19</a:t>
            </a:r>
          </a:p>
        </p:txBody>
      </p:sp>
      <p:sp>
        <p:nvSpPr>
          <p:cNvPr id="22" name="T2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20</a:t>
            </a:r>
          </a:p>
        </p:txBody>
      </p:sp>
      <p:sp>
        <p:nvSpPr>
          <p:cNvPr id="23" name="T23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21</a:t>
            </a:r>
          </a:p>
        </p:txBody>
      </p:sp>
      <p:sp>
        <p:nvSpPr>
          <p:cNvPr id="24" name="T24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22</a:t>
            </a:r>
          </a:p>
        </p:txBody>
      </p:sp>
      <p:sp>
        <p:nvSpPr>
          <p:cNvPr id="25" name="T25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23</a:t>
            </a:r>
          </a:p>
        </p:txBody>
      </p:sp>
      <p:sp>
        <p:nvSpPr>
          <p:cNvPr id="26" name="T26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24</a:t>
            </a:r>
          </a:p>
        </p:txBody>
      </p:sp>
      <p:sp>
        <p:nvSpPr>
          <p:cNvPr id="27" name="T27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25</a:t>
            </a:r>
          </a:p>
        </p:txBody>
      </p:sp>
      <p:sp>
        <p:nvSpPr>
          <p:cNvPr id="28" name="T28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26</a:t>
            </a:r>
          </a:p>
        </p:txBody>
      </p:sp>
      <p:sp>
        <p:nvSpPr>
          <p:cNvPr id="29" name="T29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27</a:t>
            </a:r>
          </a:p>
        </p:txBody>
      </p:sp>
      <p:sp>
        <p:nvSpPr>
          <p:cNvPr id="30" name="T30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28</a:t>
            </a:r>
          </a:p>
        </p:txBody>
      </p:sp>
      <p:sp>
        <p:nvSpPr>
          <p:cNvPr id="31" name="T31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29</a:t>
            </a:r>
          </a:p>
        </p:txBody>
      </p:sp>
      <p:sp>
        <p:nvSpPr>
          <p:cNvPr id="32" name="T3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30</a:t>
            </a:r>
          </a:p>
        </p:txBody>
      </p:sp>
      <p:sp>
        <p:nvSpPr>
          <p:cNvPr id="33" name="T33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31</a:t>
            </a:r>
          </a:p>
        </p:txBody>
      </p:sp>
      <p:sp>
        <p:nvSpPr>
          <p:cNvPr id="34" name="T34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32</a:t>
            </a:r>
          </a:p>
        </p:txBody>
      </p:sp>
      <p:sp>
        <p:nvSpPr>
          <p:cNvPr id="35" name="T35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33</a:t>
            </a:r>
          </a:p>
        </p:txBody>
      </p:sp>
      <p:sp>
        <p:nvSpPr>
          <p:cNvPr id="36" name="T36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34</a:t>
            </a:r>
          </a:p>
        </p:txBody>
      </p:sp>
      <p:sp>
        <p:nvSpPr>
          <p:cNvPr id="37" name="T37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35</a:t>
            </a:r>
          </a:p>
        </p:txBody>
      </p:sp>
      <p:sp>
        <p:nvSpPr>
          <p:cNvPr id="38" name="T38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36</a:t>
            </a:r>
          </a:p>
        </p:txBody>
      </p:sp>
      <p:sp>
        <p:nvSpPr>
          <p:cNvPr id="39" name="T39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37</a:t>
            </a:r>
          </a:p>
        </p:txBody>
      </p:sp>
      <p:sp>
        <p:nvSpPr>
          <p:cNvPr id="40" name="T40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38</a:t>
            </a:r>
          </a:p>
        </p:txBody>
      </p:sp>
      <p:sp>
        <p:nvSpPr>
          <p:cNvPr id="41" name="T41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39</a:t>
            </a:r>
          </a:p>
        </p:txBody>
      </p:sp>
      <p:sp>
        <p:nvSpPr>
          <p:cNvPr id="42" name="T4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40</a:t>
            </a:r>
          </a:p>
        </p:txBody>
      </p:sp>
      <p:sp>
        <p:nvSpPr>
          <p:cNvPr id="43" name="T43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41</a:t>
            </a:r>
          </a:p>
        </p:txBody>
      </p:sp>
      <p:sp>
        <p:nvSpPr>
          <p:cNvPr id="44" name="T44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42</a:t>
            </a:r>
          </a:p>
        </p:txBody>
      </p:sp>
      <p:sp>
        <p:nvSpPr>
          <p:cNvPr id="45" name="T45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43</a:t>
            </a:r>
          </a:p>
        </p:txBody>
      </p:sp>
      <p:sp>
        <p:nvSpPr>
          <p:cNvPr id="46" name="T46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44</a:t>
            </a:r>
          </a:p>
        </p:txBody>
      </p:sp>
      <p:sp>
        <p:nvSpPr>
          <p:cNvPr id="47" name="T47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45</a:t>
            </a:r>
          </a:p>
        </p:txBody>
      </p:sp>
      <p:sp>
        <p:nvSpPr>
          <p:cNvPr id="48" name="T48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46</a:t>
            </a:r>
          </a:p>
        </p:txBody>
      </p:sp>
      <p:sp>
        <p:nvSpPr>
          <p:cNvPr id="49" name="T49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47</a:t>
            </a:r>
          </a:p>
        </p:txBody>
      </p:sp>
      <p:sp>
        <p:nvSpPr>
          <p:cNvPr id="50" name="T50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48</a:t>
            </a:r>
          </a:p>
        </p:txBody>
      </p:sp>
      <p:sp>
        <p:nvSpPr>
          <p:cNvPr id="51" name="T51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49</a:t>
            </a:r>
          </a:p>
        </p:txBody>
      </p:sp>
      <p:sp>
        <p:nvSpPr>
          <p:cNvPr id="52" name="T5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50</a:t>
            </a:r>
          </a:p>
        </p:txBody>
      </p:sp>
      <p:sp>
        <p:nvSpPr>
          <p:cNvPr id="53" name="T53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51</a:t>
            </a:r>
          </a:p>
        </p:txBody>
      </p:sp>
      <p:sp>
        <p:nvSpPr>
          <p:cNvPr id="54" name="T54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52</a:t>
            </a:r>
          </a:p>
        </p:txBody>
      </p:sp>
      <p:sp>
        <p:nvSpPr>
          <p:cNvPr id="55" name="T55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53</a:t>
            </a:r>
          </a:p>
        </p:txBody>
      </p:sp>
      <p:sp>
        <p:nvSpPr>
          <p:cNvPr id="56" name="T56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54</a:t>
            </a:r>
          </a:p>
        </p:txBody>
      </p:sp>
      <p:sp>
        <p:nvSpPr>
          <p:cNvPr id="57" name="T57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55</a:t>
            </a:r>
          </a:p>
        </p:txBody>
      </p:sp>
      <p:sp>
        <p:nvSpPr>
          <p:cNvPr id="58" name="T58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56</a:t>
            </a:r>
          </a:p>
        </p:txBody>
      </p:sp>
      <p:sp>
        <p:nvSpPr>
          <p:cNvPr id="59" name="T59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57</a:t>
            </a:r>
          </a:p>
        </p:txBody>
      </p:sp>
      <p:sp>
        <p:nvSpPr>
          <p:cNvPr id="60" name="T60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58</a:t>
            </a:r>
          </a:p>
        </p:txBody>
      </p:sp>
      <p:sp>
        <p:nvSpPr>
          <p:cNvPr id="61" name="T61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59</a:t>
            </a:r>
          </a:p>
        </p:txBody>
      </p:sp>
      <p:sp>
        <p:nvSpPr>
          <p:cNvPr id="62" name="T6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60</a:t>
            </a:r>
          </a:p>
        </p:txBody>
      </p:sp>
      <p:sp>
        <p:nvSpPr>
          <p:cNvPr id="63" name="T63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61</a:t>
            </a:r>
          </a:p>
        </p:txBody>
      </p:sp>
      <p:sp>
        <p:nvSpPr>
          <p:cNvPr id="64" name="T64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62</a:t>
            </a:r>
          </a:p>
        </p:txBody>
      </p:sp>
      <p:sp>
        <p:nvSpPr>
          <p:cNvPr id="65" name="T65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63</a:t>
            </a:r>
          </a:p>
        </p:txBody>
      </p:sp>
      <p:sp>
        <p:nvSpPr>
          <p:cNvPr id="66" name="T66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64</a:t>
            </a:r>
          </a:p>
        </p:txBody>
      </p:sp>
      <p:sp>
        <p:nvSpPr>
          <p:cNvPr id="67" name="T67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65</a:t>
            </a:r>
          </a:p>
        </p:txBody>
      </p:sp>
      <p:sp>
        <p:nvSpPr>
          <p:cNvPr id="68" name="T68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66</a:t>
            </a:r>
          </a:p>
        </p:txBody>
      </p:sp>
      <p:sp>
        <p:nvSpPr>
          <p:cNvPr id="69" name="T69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67</a:t>
            </a:r>
          </a:p>
        </p:txBody>
      </p:sp>
      <p:sp>
        <p:nvSpPr>
          <p:cNvPr id="70" name="T70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68</a:t>
            </a:r>
          </a:p>
        </p:txBody>
      </p:sp>
      <p:sp>
        <p:nvSpPr>
          <p:cNvPr id="71" name="T71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69</a:t>
            </a:r>
          </a:p>
        </p:txBody>
      </p:sp>
      <p:sp>
        <p:nvSpPr>
          <p:cNvPr id="72" name="T7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70</a:t>
            </a:r>
          </a:p>
        </p:txBody>
      </p:sp>
      <p:sp>
        <p:nvSpPr>
          <p:cNvPr id="73" name="T73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71</a:t>
            </a:r>
          </a:p>
        </p:txBody>
      </p:sp>
      <p:sp>
        <p:nvSpPr>
          <p:cNvPr id="74" name="T74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72</a:t>
            </a:r>
          </a:p>
        </p:txBody>
      </p:sp>
      <p:sp>
        <p:nvSpPr>
          <p:cNvPr id="75" name="T75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73</a:t>
            </a:r>
          </a:p>
        </p:txBody>
      </p:sp>
      <p:sp>
        <p:nvSpPr>
          <p:cNvPr id="76" name="T76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74</a:t>
            </a:r>
          </a:p>
        </p:txBody>
      </p:sp>
      <p:sp>
        <p:nvSpPr>
          <p:cNvPr id="77" name="T77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75</a:t>
            </a:r>
          </a:p>
        </p:txBody>
      </p:sp>
      <p:sp>
        <p:nvSpPr>
          <p:cNvPr id="78" name="T78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76</a:t>
            </a:r>
          </a:p>
        </p:txBody>
      </p:sp>
      <p:sp>
        <p:nvSpPr>
          <p:cNvPr id="79" name="T79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77</a:t>
            </a:r>
          </a:p>
        </p:txBody>
      </p:sp>
      <p:sp>
        <p:nvSpPr>
          <p:cNvPr id="80" name="T80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78</a:t>
            </a:r>
          </a:p>
        </p:txBody>
      </p:sp>
      <p:sp>
        <p:nvSpPr>
          <p:cNvPr id="81" name="T81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79</a:t>
            </a:r>
          </a:p>
        </p:txBody>
      </p:sp>
      <p:sp>
        <p:nvSpPr>
          <p:cNvPr id="82" name="T8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80</a:t>
            </a:r>
          </a:p>
        </p:txBody>
      </p:sp>
      <p:sp>
        <p:nvSpPr>
          <p:cNvPr id="83" name="T83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81</a:t>
            </a:r>
          </a:p>
        </p:txBody>
      </p:sp>
      <p:sp>
        <p:nvSpPr>
          <p:cNvPr id="84" name="T84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82</a:t>
            </a:r>
          </a:p>
        </p:txBody>
      </p:sp>
      <p:sp>
        <p:nvSpPr>
          <p:cNvPr id="85" name="T85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83</a:t>
            </a:r>
          </a:p>
        </p:txBody>
      </p:sp>
      <p:sp>
        <p:nvSpPr>
          <p:cNvPr id="86" name="T86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84</a:t>
            </a:r>
          </a:p>
        </p:txBody>
      </p:sp>
      <p:sp>
        <p:nvSpPr>
          <p:cNvPr id="87" name="T87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85</a:t>
            </a:r>
          </a:p>
        </p:txBody>
      </p:sp>
      <p:sp>
        <p:nvSpPr>
          <p:cNvPr id="88" name="T88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86</a:t>
            </a:r>
          </a:p>
        </p:txBody>
      </p:sp>
      <p:sp>
        <p:nvSpPr>
          <p:cNvPr id="89" name="T89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87</a:t>
            </a:r>
          </a:p>
        </p:txBody>
      </p:sp>
      <p:sp>
        <p:nvSpPr>
          <p:cNvPr id="90" name="T90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88</a:t>
            </a:r>
          </a:p>
        </p:txBody>
      </p:sp>
      <p:sp>
        <p:nvSpPr>
          <p:cNvPr id="91" name="T91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89</a:t>
            </a:r>
          </a:p>
        </p:txBody>
      </p:sp>
      <p:sp>
        <p:nvSpPr>
          <p:cNvPr id="92" name="T9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90</a:t>
            </a:r>
          </a:p>
        </p:txBody>
      </p:sp>
      <p:sp>
        <p:nvSpPr>
          <p:cNvPr id="93" name="T93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91</a:t>
            </a:r>
          </a:p>
        </p:txBody>
      </p:sp>
      <p:sp>
        <p:nvSpPr>
          <p:cNvPr id="94" name="T94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92</a:t>
            </a:r>
          </a:p>
        </p:txBody>
      </p:sp>
      <p:sp>
        <p:nvSpPr>
          <p:cNvPr id="95" name="T95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93</a:t>
            </a:r>
          </a:p>
        </p:txBody>
      </p:sp>
      <p:sp>
        <p:nvSpPr>
          <p:cNvPr id="96" name="T96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94</a:t>
            </a:r>
          </a:p>
        </p:txBody>
      </p:sp>
      <p:sp>
        <p:nvSpPr>
          <p:cNvPr id="97" name="T97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95</a:t>
            </a:r>
          </a:p>
        </p:txBody>
      </p:sp>
      <p:sp>
        <p:nvSpPr>
          <p:cNvPr id="98" name="T98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96</a:t>
            </a:r>
          </a:p>
        </p:txBody>
      </p:sp>
      <p:sp>
        <p:nvSpPr>
          <p:cNvPr id="99" name="T99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97</a:t>
            </a:r>
          </a:p>
        </p:txBody>
      </p:sp>
      <p:sp>
        <p:nvSpPr>
          <p:cNvPr id="100" name="T100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98</a:t>
            </a:r>
          </a:p>
        </p:txBody>
      </p:sp>
      <p:sp>
        <p:nvSpPr>
          <p:cNvPr id="101" name="T101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99</a:t>
            </a:r>
          </a:p>
        </p:txBody>
      </p:sp>
      <p:sp>
        <p:nvSpPr>
          <p:cNvPr id="102" name="T10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100</a:t>
            </a:r>
          </a:p>
        </p:txBody>
      </p:sp>
      <p:sp>
        <p:nvSpPr>
          <p:cNvPr id="103" name="T103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101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102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103</a:t>
            </a:r>
          </a:p>
        </p:txBody>
      </p:sp>
      <p:sp>
        <p:nvSpPr>
          <p:cNvPr id="106" name="T106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104</a:t>
            </a:r>
          </a:p>
        </p:txBody>
      </p:sp>
      <p:sp>
        <p:nvSpPr>
          <p:cNvPr id="107" name="T107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105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106</a:t>
            </a:r>
          </a:p>
        </p:txBody>
      </p:sp>
      <p:sp>
        <p:nvSpPr>
          <p:cNvPr id="109" name="T109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107</a:t>
            </a:r>
          </a:p>
        </p:txBody>
      </p:sp>
      <p:sp>
        <p:nvSpPr>
          <p:cNvPr id="110" name="T110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108</a:t>
            </a:r>
          </a:p>
        </p:txBody>
      </p:sp>
      <p:sp>
        <p:nvSpPr>
          <p:cNvPr id="111" name="T111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109</a:t>
            </a:r>
          </a:p>
        </p:txBody>
      </p:sp>
      <p:sp>
        <p:nvSpPr>
          <p:cNvPr id="112" name="T11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110</a:t>
            </a:r>
          </a:p>
        </p:txBody>
      </p:sp>
      <p:sp>
        <p:nvSpPr>
          <p:cNvPr id="113" name="T113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111</a:t>
            </a:r>
          </a:p>
        </p:txBody>
      </p:sp>
      <p:sp>
        <p:nvSpPr>
          <p:cNvPr id="114" name="T114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112</a:t>
            </a:r>
          </a:p>
        </p:txBody>
      </p:sp>
      <p:sp>
        <p:nvSpPr>
          <p:cNvPr id="115" name="T115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113</a:t>
            </a:r>
          </a:p>
        </p:txBody>
      </p:sp>
      <p:sp>
        <p:nvSpPr>
          <p:cNvPr id="116" name="T116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114</a:t>
            </a:r>
          </a:p>
        </p:txBody>
      </p:sp>
      <p:sp>
        <p:nvSpPr>
          <p:cNvPr id="117" name="T117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115</a:t>
            </a:r>
          </a:p>
        </p:txBody>
      </p:sp>
      <p:sp>
        <p:nvSpPr>
          <p:cNvPr id="118" name="T118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116</a:t>
            </a:r>
          </a:p>
        </p:txBody>
      </p:sp>
      <p:sp>
        <p:nvSpPr>
          <p:cNvPr id="119" name="T119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117</a:t>
            </a:r>
          </a:p>
        </p:txBody>
      </p:sp>
      <p:sp>
        <p:nvSpPr>
          <p:cNvPr id="120" name="T120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118</a:t>
            </a:r>
          </a:p>
        </p:txBody>
      </p:sp>
      <p:sp>
        <p:nvSpPr>
          <p:cNvPr id="121" name="T121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119</a:t>
            </a:r>
          </a:p>
        </p:txBody>
      </p:sp>
      <p:sp>
        <p:nvSpPr>
          <p:cNvPr id="122" name="T12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120</a:t>
            </a:r>
          </a:p>
        </p:txBody>
      </p:sp>
      <p:sp>
        <p:nvSpPr>
          <p:cNvPr id="123" name="T123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121</a:t>
            </a:r>
          </a:p>
        </p:txBody>
      </p:sp>
      <p:sp>
        <p:nvSpPr>
          <p:cNvPr id="124" name="T124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122</a:t>
            </a:r>
          </a:p>
        </p:txBody>
      </p:sp>
      <p:sp>
        <p:nvSpPr>
          <p:cNvPr id="125" name="T125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123</a:t>
            </a:r>
          </a:p>
        </p:txBody>
      </p:sp>
      <p:sp>
        <p:nvSpPr>
          <p:cNvPr id="126" name="T126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124</a:t>
            </a:r>
          </a:p>
        </p:txBody>
      </p:sp>
      <p:sp>
        <p:nvSpPr>
          <p:cNvPr id="127" name="T127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125</a:t>
            </a:r>
          </a:p>
        </p:txBody>
      </p:sp>
      <p:sp>
        <p:nvSpPr>
          <p:cNvPr id="128" name="T128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126</a:t>
            </a:r>
          </a:p>
        </p:txBody>
      </p:sp>
      <p:sp>
        <p:nvSpPr>
          <p:cNvPr id="129" name="T129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127</a:t>
            </a:r>
          </a:p>
        </p:txBody>
      </p:sp>
      <p:sp>
        <p:nvSpPr>
          <p:cNvPr id="130" name="T130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128</a:t>
            </a:r>
          </a:p>
        </p:txBody>
      </p:sp>
      <p:sp>
        <p:nvSpPr>
          <p:cNvPr id="131" name="T131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129</a:t>
            </a:r>
          </a:p>
        </p:txBody>
      </p:sp>
      <p:sp>
        <p:nvSpPr>
          <p:cNvPr id="132" name="T13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130</a:t>
            </a:r>
          </a:p>
        </p:txBody>
      </p:sp>
      <p:sp>
        <p:nvSpPr>
          <p:cNvPr id="133" name="T133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131</a:t>
            </a:r>
          </a:p>
        </p:txBody>
      </p:sp>
      <p:sp>
        <p:nvSpPr>
          <p:cNvPr id="134" name="T134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132</a:t>
            </a:r>
          </a:p>
        </p:txBody>
      </p:sp>
      <p:sp>
        <p:nvSpPr>
          <p:cNvPr id="135" name="T135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133</a:t>
            </a:r>
          </a:p>
        </p:txBody>
      </p:sp>
      <p:sp>
        <p:nvSpPr>
          <p:cNvPr id="136" name="T136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134</a:t>
            </a:r>
          </a:p>
        </p:txBody>
      </p:sp>
      <p:sp>
        <p:nvSpPr>
          <p:cNvPr id="137" name="T137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135</a:t>
            </a:r>
          </a:p>
        </p:txBody>
      </p:sp>
      <p:sp>
        <p:nvSpPr>
          <p:cNvPr id="138" name="T138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136</a:t>
            </a:r>
          </a:p>
        </p:txBody>
      </p:sp>
      <p:sp>
        <p:nvSpPr>
          <p:cNvPr id="139" name="T139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137</a:t>
            </a:r>
          </a:p>
        </p:txBody>
      </p:sp>
      <p:sp>
        <p:nvSpPr>
          <p:cNvPr id="140" name="T140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138</a:t>
            </a:r>
          </a:p>
        </p:txBody>
      </p:sp>
      <p:sp>
        <p:nvSpPr>
          <p:cNvPr id="141" name="T141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139</a:t>
            </a:r>
          </a:p>
        </p:txBody>
      </p:sp>
      <p:sp>
        <p:nvSpPr>
          <p:cNvPr id="142" name="T14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140</a:t>
            </a:r>
          </a:p>
        </p:txBody>
      </p:sp>
      <p:sp>
        <p:nvSpPr>
          <p:cNvPr id="143" name="T143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141</a:t>
            </a:r>
          </a:p>
        </p:txBody>
      </p:sp>
      <p:sp>
        <p:nvSpPr>
          <p:cNvPr id="144" name="T144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142</a:t>
            </a:r>
          </a:p>
        </p:txBody>
      </p:sp>
      <p:sp>
        <p:nvSpPr>
          <p:cNvPr id="145" name="T145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143</a:t>
            </a:r>
          </a:p>
        </p:txBody>
      </p:sp>
      <p:sp>
        <p:nvSpPr>
          <p:cNvPr id="146" name="T146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144</a:t>
            </a:r>
          </a:p>
        </p:txBody>
      </p:sp>
      <p:sp>
        <p:nvSpPr>
          <p:cNvPr id="147" name="T147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145</a:t>
            </a:r>
          </a:p>
        </p:txBody>
      </p:sp>
      <p:sp>
        <p:nvSpPr>
          <p:cNvPr id="148" name="T148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146</a:t>
            </a:r>
          </a:p>
        </p:txBody>
      </p:sp>
      <p:sp>
        <p:nvSpPr>
          <p:cNvPr id="149" name="T149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147</a:t>
            </a:r>
          </a:p>
        </p:txBody>
      </p:sp>
      <p:sp>
        <p:nvSpPr>
          <p:cNvPr id="150" name="T150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148</a:t>
            </a:r>
          </a:p>
        </p:txBody>
      </p:sp>
      <p:sp>
        <p:nvSpPr>
          <p:cNvPr id="151" name="T151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149</a:t>
            </a:r>
          </a:p>
        </p:txBody>
      </p:sp>
      <p:sp>
        <p:nvSpPr>
          <p:cNvPr id="152" name="T15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150</a:t>
            </a:r>
          </a:p>
        </p:txBody>
      </p:sp>
      <p:sp>
        <p:nvSpPr>
          <p:cNvPr id="153" name="T153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151</a:t>
            </a:r>
          </a:p>
        </p:txBody>
      </p:sp>
      <p:sp>
        <p:nvSpPr>
          <p:cNvPr id="154" name="T154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152</a:t>
            </a:r>
          </a:p>
        </p:txBody>
      </p:sp>
      <p:sp>
        <p:nvSpPr>
          <p:cNvPr id="155" name="T155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153</a:t>
            </a:r>
          </a:p>
        </p:txBody>
      </p:sp>
      <p:sp>
        <p:nvSpPr>
          <p:cNvPr id="156" name="T156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154</a:t>
            </a:r>
          </a:p>
        </p:txBody>
      </p:sp>
      <p:sp>
        <p:nvSpPr>
          <p:cNvPr id="157" name="T157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155</a:t>
            </a:r>
          </a:p>
        </p:txBody>
      </p:sp>
      <p:sp>
        <p:nvSpPr>
          <p:cNvPr id="158" name="T158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156</a:t>
            </a:r>
          </a:p>
        </p:txBody>
      </p:sp>
      <p:sp>
        <p:nvSpPr>
          <p:cNvPr id="159" name="T159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157</a:t>
            </a:r>
          </a:p>
        </p:txBody>
      </p:sp>
      <p:sp>
        <p:nvSpPr>
          <p:cNvPr id="160" name="T160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158</a:t>
            </a:r>
          </a:p>
        </p:txBody>
      </p:sp>
      <p:sp>
        <p:nvSpPr>
          <p:cNvPr id="161" name="T161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159</a:t>
            </a:r>
          </a:p>
        </p:txBody>
      </p:sp>
      <p:sp>
        <p:nvSpPr>
          <p:cNvPr id="162" name="T16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160</a:t>
            </a:r>
          </a:p>
        </p:txBody>
      </p:sp>
      <p:sp>
        <p:nvSpPr>
          <p:cNvPr id="163" name="T163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161</a:t>
            </a:r>
          </a:p>
        </p:txBody>
      </p:sp>
      <p:sp>
        <p:nvSpPr>
          <p:cNvPr id="164" name="T164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162</a:t>
            </a:r>
          </a:p>
        </p:txBody>
      </p:sp>
      <p:sp>
        <p:nvSpPr>
          <p:cNvPr id="165" name="T165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163</a:t>
            </a:r>
          </a:p>
        </p:txBody>
      </p:sp>
      <p:sp>
        <p:nvSpPr>
          <p:cNvPr id="166" name="T166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164</a:t>
            </a:r>
          </a:p>
        </p:txBody>
      </p:sp>
      <p:sp>
        <p:nvSpPr>
          <p:cNvPr id="167" name="T167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165</a:t>
            </a:r>
          </a:p>
        </p:txBody>
      </p:sp>
      <p:sp>
        <p:nvSpPr>
          <p:cNvPr id="168" name="T168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166</a:t>
            </a:r>
          </a:p>
        </p:txBody>
      </p:sp>
      <p:sp>
        <p:nvSpPr>
          <p:cNvPr id="169" name="T169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167</a:t>
            </a:r>
          </a:p>
        </p:txBody>
      </p:sp>
      <p:sp>
        <p:nvSpPr>
          <p:cNvPr id="170" name="T170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168</a:t>
            </a:r>
          </a:p>
        </p:txBody>
      </p:sp>
      <p:sp>
        <p:nvSpPr>
          <p:cNvPr id="171" name="T171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169</a:t>
            </a:r>
          </a:p>
        </p:txBody>
      </p:sp>
      <p:sp>
        <p:nvSpPr>
          <p:cNvPr id="172" name="T17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170</a:t>
            </a:r>
          </a:p>
        </p:txBody>
      </p:sp>
      <p:sp>
        <p:nvSpPr>
          <p:cNvPr id="173" name="T173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171</a:t>
            </a:r>
          </a:p>
        </p:txBody>
      </p:sp>
      <p:sp>
        <p:nvSpPr>
          <p:cNvPr id="174" name="T174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172</a:t>
            </a:r>
          </a:p>
        </p:txBody>
      </p:sp>
      <p:sp>
        <p:nvSpPr>
          <p:cNvPr id="175" name="T175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173</a:t>
            </a:r>
          </a:p>
        </p:txBody>
      </p:sp>
      <p:sp>
        <p:nvSpPr>
          <p:cNvPr id="176" name="T176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174</a:t>
            </a:r>
          </a:p>
        </p:txBody>
      </p:sp>
      <p:sp>
        <p:nvSpPr>
          <p:cNvPr id="177" name="T177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175</a:t>
            </a:r>
          </a:p>
        </p:txBody>
      </p:sp>
      <p:sp>
        <p:nvSpPr>
          <p:cNvPr id="178" name="T178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176</a:t>
            </a:r>
          </a:p>
        </p:txBody>
      </p:sp>
      <p:sp>
        <p:nvSpPr>
          <p:cNvPr id="179" name="T179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177</a:t>
            </a:r>
          </a:p>
        </p:txBody>
      </p:sp>
      <p:sp>
        <p:nvSpPr>
          <p:cNvPr id="180" name="T180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178</a:t>
            </a:r>
          </a:p>
        </p:txBody>
      </p:sp>
      <p:sp>
        <p:nvSpPr>
          <p:cNvPr id="181" name="T181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179</a:t>
            </a:r>
          </a:p>
        </p:txBody>
      </p:sp>
      <p:sp>
        <p:nvSpPr>
          <p:cNvPr id="182" name="T18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180</a:t>
            </a:r>
          </a:p>
        </p:txBody>
      </p:sp>
      <p:sp>
        <p:nvSpPr>
          <p:cNvPr id="183" name="T183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181</a:t>
            </a:r>
          </a:p>
        </p:txBody>
      </p:sp>
      <p:sp>
        <p:nvSpPr>
          <p:cNvPr id="184" name="T184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182</a:t>
            </a:r>
          </a:p>
        </p:txBody>
      </p:sp>
      <p:sp>
        <p:nvSpPr>
          <p:cNvPr id="185" name="T185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183</a:t>
            </a:r>
          </a:p>
        </p:txBody>
      </p:sp>
      <p:sp>
        <p:nvSpPr>
          <p:cNvPr id="186" name="T186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184</a:t>
            </a:r>
          </a:p>
        </p:txBody>
      </p:sp>
      <p:sp>
        <p:nvSpPr>
          <p:cNvPr id="187" name="T187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185</a:t>
            </a:r>
          </a:p>
        </p:txBody>
      </p:sp>
      <p:sp>
        <p:nvSpPr>
          <p:cNvPr id="188" name="T188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186</a:t>
            </a:r>
          </a:p>
        </p:txBody>
      </p:sp>
      <p:sp>
        <p:nvSpPr>
          <p:cNvPr id="189" name="T189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187</a:t>
            </a:r>
          </a:p>
        </p:txBody>
      </p:sp>
      <p:sp>
        <p:nvSpPr>
          <p:cNvPr id="190" name="T190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188</a:t>
            </a:r>
          </a:p>
        </p:txBody>
      </p:sp>
      <p:sp>
        <p:nvSpPr>
          <p:cNvPr id="191" name="T191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189</a:t>
            </a:r>
          </a:p>
        </p:txBody>
      </p:sp>
      <p:sp>
        <p:nvSpPr>
          <p:cNvPr id="192" name="T19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190</a:t>
            </a:r>
          </a:p>
        </p:txBody>
      </p:sp>
      <p:sp>
        <p:nvSpPr>
          <p:cNvPr id="193" name="T193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191</a:t>
            </a:r>
          </a:p>
        </p:txBody>
      </p:sp>
      <p:sp>
        <p:nvSpPr>
          <p:cNvPr id="194" name="T194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192</a:t>
            </a:r>
          </a:p>
        </p:txBody>
      </p:sp>
      <p:sp>
        <p:nvSpPr>
          <p:cNvPr id="195" name="T195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193</a:t>
            </a:r>
          </a:p>
        </p:txBody>
      </p:sp>
      <p:sp>
        <p:nvSpPr>
          <p:cNvPr id="196" name="T196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194</a:t>
            </a:r>
          </a:p>
        </p:txBody>
      </p:sp>
      <p:sp>
        <p:nvSpPr>
          <p:cNvPr id="197" name="T197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195</a:t>
            </a:r>
          </a:p>
        </p:txBody>
      </p:sp>
      <p:sp>
        <p:nvSpPr>
          <p:cNvPr id="198" name="T198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196</a:t>
            </a:r>
          </a:p>
        </p:txBody>
      </p:sp>
      <p:sp>
        <p:nvSpPr>
          <p:cNvPr id="199" name="T199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197</a:t>
            </a:r>
          </a:p>
        </p:txBody>
      </p:sp>
      <p:sp>
        <p:nvSpPr>
          <p:cNvPr id="200" name="T200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198</a:t>
            </a:r>
          </a:p>
        </p:txBody>
      </p:sp>
      <p:sp>
        <p:nvSpPr>
          <p:cNvPr id="201" name="T201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199</a:t>
            </a:r>
          </a:p>
        </p:txBody>
      </p:sp>
      <p:sp>
        <p:nvSpPr>
          <p:cNvPr id="202" name="T20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200</a:t>
            </a:r>
          </a:p>
        </p:txBody>
      </p:sp>
      <p:sp>
        <p:nvSpPr>
          <p:cNvPr id="203" name="T203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201</a:t>
            </a:r>
          </a:p>
        </p:txBody>
      </p:sp>
      <p:sp>
        <p:nvSpPr>
          <p:cNvPr id="204" name="T204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202</a:t>
            </a:r>
          </a:p>
        </p:txBody>
      </p:sp>
      <p:sp>
        <p:nvSpPr>
          <p:cNvPr id="205" name="T205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203</a:t>
            </a:r>
          </a:p>
        </p:txBody>
      </p:sp>
      <p:sp>
        <p:nvSpPr>
          <p:cNvPr id="206" name="T206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204</a:t>
            </a:r>
          </a:p>
        </p:txBody>
      </p:sp>
      <p:sp>
        <p:nvSpPr>
          <p:cNvPr id="207" name="T207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205</a:t>
            </a:r>
          </a:p>
        </p:txBody>
      </p:sp>
      <p:sp>
        <p:nvSpPr>
          <p:cNvPr id="208" name="T208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206</a:t>
            </a:r>
          </a:p>
        </p:txBody>
      </p:sp>
      <p:sp>
        <p:nvSpPr>
          <p:cNvPr id="209" name="T209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207</a:t>
            </a:r>
          </a:p>
        </p:txBody>
      </p:sp>
      <p:sp>
        <p:nvSpPr>
          <p:cNvPr id="210" name="T210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208</a:t>
            </a:r>
          </a:p>
        </p:txBody>
      </p:sp>
      <p:sp>
        <p:nvSpPr>
          <p:cNvPr id="211" name="T211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209</a:t>
            </a:r>
          </a:p>
        </p:txBody>
      </p:sp>
      <p:sp>
        <p:nvSpPr>
          <p:cNvPr id="212" name="T21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210</a:t>
            </a:r>
          </a:p>
        </p:txBody>
      </p:sp>
      <p:sp>
        <p:nvSpPr>
          <p:cNvPr id="213" name="T213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211</a:t>
            </a:r>
          </a:p>
        </p:txBody>
      </p:sp>
      <p:sp>
        <p:nvSpPr>
          <p:cNvPr id="214" name="T214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212</a:t>
            </a:r>
          </a:p>
        </p:txBody>
      </p:sp>
      <p:sp>
        <p:nvSpPr>
          <p:cNvPr id="215" name="T215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213</a:t>
            </a:r>
          </a:p>
        </p:txBody>
      </p:sp>
      <p:sp>
        <p:nvSpPr>
          <p:cNvPr id="216" name="T216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214</a:t>
            </a:r>
          </a:p>
        </p:txBody>
      </p:sp>
      <p:sp>
        <p:nvSpPr>
          <p:cNvPr id="217" name="T217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215</a:t>
            </a:r>
          </a:p>
        </p:txBody>
      </p:sp>
      <p:sp>
        <p:nvSpPr>
          <p:cNvPr id="218" name="T218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216</a:t>
            </a:r>
          </a:p>
        </p:txBody>
      </p:sp>
      <p:sp>
        <p:nvSpPr>
          <p:cNvPr id="219" name="T219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217</a:t>
            </a:r>
          </a:p>
        </p:txBody>
      </p:sp>
      <p:sp>
        <p:nvSpPr>
          <p:cNvPr id="220" name="T220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218</a:t>
            </a:r>
          </a:p>
        </p:txBody>
      </p:sp>
      <p:sp>
        <p:nvSpPr>
          <p:cNvPr id="221" name="T221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219</a:t>
            </a:r>
          </a:p>
        </p:txBody>
      </p:sp>
      <p:sp>
        <p:nvSpPr>
          <p:cNvPr id="222" name="T22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220</a:t>
            </a:r>
          </a:p>
        </p:txBody>
      </p:sp>
      <p:sp>
        <p:nvSpPr>
          <p:cNvPr id="223" name="T223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221</a:t>
            </a:r>
          </a:p>
        </p:txBody>
      </p:sp>
      <p:sp>
        <p:nvSpPr>
          <p:cNvPr id="224" name="T224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222</a:t>
            </a:r>
          </a:p>
        </p:txBody>
      </p:sp>
      <p:sp>
        <p:nvSpPr>
          <p:cNvPr id="225" name="T225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223</a:t>
            </a:r>
          </a:p>
        </p:txBody>
      </p:sp>
      <p:sp>
        <p:nvSpPr>
          <p:cNvPr id="226" name="T226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224</a:t>
            </a:r>
          </a:p>
        </p:txBody>
      </p:sp>
      <p:sp>
        <p:nvSpPr>
          <p:cNvPr id="227" name="T227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225</a:t>
            </a:r>
          </a:p>
        </p:txBody>
      </p:sp>
      <p:sp>
        <p:nvSpPr>
          <p:cNvPr id="228" name="T228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226</a:t>
            </a:r>
          </a:p>
        </p:txBody>
      </p:sp>
      <p:sp>
        <p:nvSpPr>
          <p:cNvPr id="229" name="T229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227</a:t>
            </a:r>
          </a:p>
        </p:txBody>
      </p:sp>
      <p:sp>
        <p:nvSpPr>
          <p:cNvPr id="230" name="T230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228</a:t>
            </a:r>
          </a:p>
        </p:txBody>
      </p:sp>
      <p:sp>
        <p:nvSpPr>
          <p:cNvPr id="231" name="T231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229</a:t>
            </a:r>
          </a:p>
        </p:txBody>
      </p:sp>
      <p:sp>
        <p:nvSpPr>
          <p:cNvPr id="232" name="T23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230</a:t>
            </a:r>
          </a:p>
        </p:txBody>
      </p:sp>
      <p:sp>
        <p:nvSpPr>
          <p:cNvPr id="233" name="T233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231</a:t>
            </a:r>
          </a:p>
        </p:txBody>
      </p:sp>
      <p:sp>
        <p:nvSpPr>
          <p:cNvPr id="234" name="T234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232</a:t>
            </a:r>
          </a:p>
        </p:txBody>
      </p:sp>
      <p:sp>
        <p:nvSpPr>
          <p:cNvPr id="235" name="T235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233</a:t>
            </a:r>
          </a:p>
        </p:txBody>
      </p:sp>
      <p:sp>
        <p:nvSpPr>
          <p:cNvPr id="236" name="T236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234</a:t>
            </a:r>
          </a:p>
        </p:txBody>
      </p:sp>
      <p:sp>
        <p:nvSpPr>
          <p:cNvPr id="237" name="T237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235</a:t>
            </a:r>
          </a:p>
        </p:txBody>
      </p:sp>
      <p:sp>
        <p:nvSpPr>
          <p:cNvPr id="238" name="T238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236</a:t>
            </a:r>
          </a:p>
        </p:txBody>
      </p:sp>
      <p:sp>
        <p:nvSpPr>
          <p:cNvPr id="239" name="T239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237</a:t>
            </a:r>
          </a:p>
        </p:txBody>
      </p:sp>
      <p:sp>
        <p:nvSpPr>
          <p:cNvPr id="240" name="T240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238</a:t>
            </a:r>
          </a:p>
        </p:txBody>
      </p:sp>
      <p:sp>
        <p:nvSpPr>
          <p:cNvPr id="241" name="T241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239</a:t>
            </a:r>
          </a:p>
        </p:txBody>
      </p:sp>
      <p:sp>
        <p:nvSpPr>
          <p:cNvPr id="242" name="T24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240</a:t>
            </a:r>
          </a:p>
        </p:txBody>
      </p:sp>
      <p:sp>
        <p:nvSpPr>
          <p:cNvPr id="243" name="T243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241</a:t>
            </a:r>
          </a:p>
        </p:txBody>
      </p:sp>
      <p:sp>
        <p:nvSpPr>
          <p:cNvPr id="244" name="T244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242</a:t>
            </a:r>
          </a:p>
        </p:txBody>
      </p:sp>
      <p:sp>
        <p:nvSpPr>
          <p:cNvPr id="245" name="T245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243</a:t>
            </a:r>
          </a:p>
        </p:txBody>
      </p:sp>
      <p:sp>
        <p:nvSpPr>
          <p:cNvPr id="246" name="T246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244</a:t>
            </a:r>
          </a:p>
        </p:txBody>
      </p:sp>
      <p:sp>
        <p:nvSpPr>
          <p:cNvPr id="247" name="T247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245</a:t>
            </a:r>
          </a:p>
        </p:txBody>
      </p:sp>
      <p:sp>
        <p:nvSpPr>
          <p:cNvPr id="248" name="T248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246</a:t>
            </a:r>
          </a:p>
        </p:txBody>
      </p:sp>
      <p:sp>
        <p:nvSpPr>
          <p:cNvPr id="249" name="T249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247</a:t>
            </a:r>
          </a:p>
        </p:txBody>
      </p:sp>
      <p:sp>
        <p:nvSpPr>
          <p:cNvPr id="250" name="T250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248</a:t>
            </a:r>
          </a:p>
        </p:txBody>
      </p:sp>
      <p:sp>
        <p:nvSpPr>
          <p:cNvPr id="251" name="T251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249</a:t>
            </a:r>
          </a:p>
        </p:txBody>
      </p:sp>
      <p:sp>
        <p:nvSpPr>
          <p:cNvPr id="252" name="T25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250</a:t>
            </a:r>
          </a:p>
        </p:txBody>
      </p:sp>
      <p:sp>
        <p:nvSpPr>
          <p:cNvPr id="253" name="T253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251</a:t>
            </a:r>
          </a:p>
        </p:txBody>
      </p:sp>
      <p:sp>
        <p:nvSpPr>
          <p:cNvPr id="254" name="T254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252</a:t>
            </a:r>
          </a:p>
        </p:txBody>
      </p:sp>
      <p:sp>
        <p:nvSpPr>
          <p:cNvPr id="255" name="T255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253</a:t>
            </a:r>
          </a:p>
        </p:txBody>
      </p:sp>
      <p:sp>
        <p:nvSpPr>
          <p:cNvPr id="256" name="T256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254</a:t>
            </a:r>
          </a:p>
        </p:txBody>
      </p:sp>
      <p:sp>
        <p:nvSpPr>
          <p:cNvPr id="257" name="T257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255</a:t>
            </a:r>
          </a:p>
        </p:txBody>
      </p:sp>
      <p:sp>
        <p:nvSpPr>
          <p:cNvPr id="258" name="T258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256</a:t>
            </a:r>
          </a:p>
        </p:txBody>
      </p:sp>
      <p:sp>
        <p:nvSpPr>
          <p:cNvPr id="259" name="T259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257</a:t>
            </a:r>
          </a:p>
        </p:txBody>
      </p:sp>
      <p:sp>
        <p:nvSpPr>
          <p:cNvPr id="260" name="T260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258</a:t>
            </a:r>
          </a:p>
        </p:txBody>
      </p:sp>
      <p:sp>
        <p:nvSpPr>
          <p:cNvPr id="261" name="T261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259</a:t>
            </a:r>
          </a:p>
        </p:txBody>
      </p:sp>
      <p:sp>
        <p:nvSpPr>
          <p:cNvPr id="262" name="T26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260</a:t>
            </a:r>
          </a:p>
        </p:txBody>
      </p:sp>
      <p:sp>
        <p:nvSpPr>
          <p:cNvPr id="263" name="T263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261</a:t>
            </a:r>
          </a:p>
        </p:txBody>
      </p:sp>
      <p:sp>
        <p:nvSpPr>
          <p:cNvPr id="264" name="T264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262</a:t>
            </a:r>
          </a:p>
        </p:txBody>
      </p:sp>
      <p:sp>
        <p:nvSpPr>
          <p:cNvPr id="265" name="T265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263</a:t>
            </a:r>
          </a:p>
        </p:txBody>
      </p:sp>
      <p:sp>
        <p:nvSpPr>
          <p:cNvPr id="266" name="T266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264</a:t>
            </a:r>
          </a:p>
        </p:txBody>
      </p:sp>
      <p:sp>
        <p:nvSpPr>
          <p:cNvPr id="267" name="T267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265</a:t>
            </a:r>
          </a:p>
        </p:txBody>
      </p:sp>
      <p:sp>
        <p:nvSpPr>
          <p:cNvPr id="268" name="T268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266</a:t>
            </a:r>
          </a:p>
        </p:txBody>
      </p:sp>
      <p:sp>
        <p:nvSpPr>
          <p:cNvPr id="269" name="T269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267</a:t>
            </a:r>
          </a:p>
        </p:txBody>
      </p:sp>
      <p:sp>
        <p:nvSpPr>
          <p:cNvPr id="270" name="T270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268</a:t>
            </a:r>
          </a:p>
        </p:txBody>
      </p:sp>
      <p:sp>
        <p:nvSpPr>
          <p:cNvPr id="271" name="T271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269</a:t>
            </a:r>
          </a:p>
        </p:txBody>
      </p:sp>
      <p:sp>
        <p:nvSpPr>
          <p:cNvPr id="272" name="T27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270</a:t>
            </a:r>
          </a:p>
        </p:txBody>
      </p:sp>
      <p:sp>
        <p:nvSpPr>
          <p:cNvPr id="273" name="T273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271</a:t>
            </a:r>
          </a:p>
        </p:txBody>
      </p:sp>
      <p:sp>
        <p:nvSpPr>
          <p:cNvPr id="274" name="T274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272</a:t>
            </a:r>
          </a:p>
        </p:txBody>
      </p:sp>
      <p:sp>
        <p:nvSpPr>
          <p:cNvPr id="275" name="T275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273</a:t>
            </a:r>
          </a:p>
        </p:txBody>
      </p:sp>
      <p:sp>
        <p:nvSpPr>
          <p:cNvPr id="276" name="T276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274</a:t>
            </a:r>
          </a:p>
        </p:txBody>
      </p:sp>
      <p:sp>
        <p:nvSpPr>
          <p:cNvPr id="277" name="T277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275</a:t>
            </a:r>
          </a:p>
        </p:txBody>
      </p:sp>
      <p:sp>
        <p:nvSpPr>
          <p:cNvPr id="278" name="T278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276</a:t>
            </a:r>
          </a:p>
        </p:txBody>
      </p:sp>
      <p:sp>
        <p:nvSpPr>
          <p:cNvPr id="279" name="T279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277</a:t>
            </a:r>
          </a:p>
        </p:txBody>
      </p:sp>
      <p:sp>
        <p:nvSpPr>
          <p:cNvPr id="280" name="T280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278</a:t>
            </a:r>
          </a:p>
        </p:txBody>
      </p:sp>
      <p:sp>
        <p:nvSpPr>
          <p:cNvPr id="281" name="T281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279</a:t>
            </a:r>
          </a:p>
        </p:txBody>
      </p:sp>
      <p:sp>
        <p:nvSpPr>
          <p:cNvPr id="282" name="T28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280</a:t>
            </a:r>
          </a:p>
        </p:txBody>
      </p:sp>
      <p:sp>
        <p:nvSpPr>
          <p:cNvPr id="283" name="T283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281</a:t>
            </a:r>
          </a:p>
        </p:txBody>
      </p:sp>
      <p:sp>
        <p:nvSpPr>
          <p:cNvPr id="284" name="T284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282</a:t>
            </a:r>
          </a:p>
        </p:txBody>
      </p:sp>
      <p:sp>
        <p:nvSpPr>
          <p:cNvPr id="285" name="T285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283</a:t>
            </a:r>
          </a:p>
        </p:txBody>
      </p:sp>
      <p:sp>
        <p:nvSpPr>
          <p:cNvPr id="286" name="T286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284</a:t>
            </a:r>
          </a:p>
        </p:txBody>
      </p:sp>
      <p:sp>
        <p:nvSpPr>
          <p:cNvPr id="287" name="T287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285</a:t>
            </a:r>
          </a:p>
        </p:txBody>
      </p:sp>
      <p:sp>
        <p:nvSpPr>
          <p:cNvPr id="288" name="T288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286</a:t>
            </a:r>
          </a:p>
        </p:txBody>
      </p:sp>
      <p:sp>
        <p:nvSpPr>
          <p:cNvPr id="289" name="T289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287</a:t>
            </a:r>
          </a:p>
        </p:txBody>
      </p:sp>
      <p:sp>
        <p:nvSpPr>
          <p:cNvPr id="290" name="T290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288</a:t>
            </a:r>
          </a:p>
        </p:txBody>
      </p:sp>
      <p:sp>
        <p:nvSpPr>
          <p:cNvPr id="291" name="T291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289</a:t>
            </a:r>
          </a:p>
        </p:txBody>
      </p:sp>
      <p:sp>
        <p:nvSpPr>
          <p:cNvPr id="292" name="T29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290</a:t>
            </a:r>
          </a:p>
        </p:txBody>
      </p:sp>
      <p:sp>
        <p:nvSpPr>
          <p:cNvPr id="293" name="T293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291</a:t>
            </a:r>
          </a:p>
        </p:txBody>
      </p:sp>
      <p:sp>
        <p:nvSpPr>
          <p:cNvPr id="294" name="T294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292</a:t>
            </a:r>
          </a:p>
        </p:txBody>
      </p:sp>
      <p:sp>
        <p:nvSpPr>
          <p:cNvPr id="295" name="T295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293</a:t>
            </a:r>
          </a:p>
        </p:txBody>
      </p:sp>
      <p:sp>
        <p:nvSpPr>
          <p:cNvPr id="296" name="T296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294</a:t>
            </a:r>
          </a:p>
        </p:txBody>
      </p:sp>
      <p:sp>
        <p:nvSpPr>
          <p:cNvPr id="297" name="T297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295</a:t>
            </a:r>
          </a:p>
        </p:txBody>
      </p:sp>
      <p:sp>
        <p:nvSpPr>
          <p:cNvPr id="298" name="T298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296</a:t>
            </a:r>
          </a:p>
        </p:txBody>
      </p:sp>
      <p:sp>
        <p:nvSpPr>
          <p:cNvPr id="299" name="T299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297</a:t>
            </a:r>
          </a:p>
        </p:txBody>
      </p:sp>
      <p:sp>
        <p:nvSpPr>
          <p:cNvPr id="300" name="T300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298</a:t>
            </a:r>
          </a:p>
        </p:txBody>
      </p:sp>
      <p:sp>
        <p:nvSpPr>
          <p:cNvPr id="301" name="T301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299</a:t>
            </a:r>
          </a:p>
        </p:txBody>
      </p:sp>
      <p:sp>
        <p:nvSpPr>
          <p:cNvPr id="302" name="T30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300</a:t>
            </a:r>
          </a:p>
        </p:txBody>
      </p:sp>
      <p:sp>
        <p:nvSpPr>
          <p:cNvPr id="303" name="T303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301</a:t>
            </a:r>
          </a:p>
        </p:txBody>
      </p:sp>
      <p:sp>
        <p:nvSpPr>
          <p:cNvPr id="304" name="T304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302</a:t>
            </a:r>
          </a:p>
        </p:txBody>
      </p:sp>
      <p:sp>
        <p:nvSpPr>
          <p:cNvPr id="305" name="T305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303</a:t>
            </a:r>
          </a:p>
        </p:txBody>
      </p:sp>
      <p:sp>
        <p:nvSpPr>
          <p:cNvPr id="306" name="T306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304</a:t>
            </a:r>
          </a:p>
        </p:txBody>
      </p:sp>
      <p:sp>
        <p:nvSpPr>
          <p:cNvPr id="307" name="T307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305</a:t>
            </a:r>
          </a:p>
        </p:txBody>
      </p:sp>
      <p:sp>
        <p:nvSpPr>
          <p:cNvPr id="308" name="T308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306</a:t>
            </a:r>
          </a:p>
        </p:txBody>
      </p:sp>
      <p:sp>
        <p:nvSpPr>
          <p:cNvPr id="309" name="T309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307</a:t>
            </a:r>
          </a:p>
        </p:txBody>
      </p:sp>
      <p:sp>
        <p:nvSpPr>
          <p:cNvPr id="310" name="T310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308</a:t>
            </a:r>
          </a:p>
        </p:txBody>
      </p:sp>
      <p:sp>
        <p:nvSpPr>
          <p:cNvPr id="311" name="T311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309</a:t>
            </a:r>
          </a:p>
        </p:txBody>
      </p:sp>
      <p:sp>
        <p:nvSpPr>
          <p:cNvPr id="312" name="T31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310</a:t>
            </a:r>
          </a:p>
        </p:txBody>
      </p:sp>
      <p:sp>
        <p:nvSpPr>
          <p:cNvPr id="313" name="T313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311</a:t>
            </a:r>
          </a:p>
        </p:txBody>
      </p:sp>
      <p:sp>
        <p:nvSpPr>
          <p:cNvPr id="314" name="T314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312</a:t>
            </a:r>
          </a:p>
        </p:txBody>
      </p:sp>
      <p:sp>
        <p:nvSpPr>
          <p:cNvPr id="315" name="T315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313</a:t>
            </a:r>
          </a:p>
        </p:txBody>
      </p:sp>
      <p:sp>
        <p:nvSpPr>
          <p:cNvPr id="316" name="T316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314</a:t>
            </a:r>
          </a:p>
        </p:txBody>
      </p:sp>
      <p:sp>
        <p:nvSpPr>
          <p:cNvPr id="317" name="T317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315</a:t>
            </a:r>
          </a:p>
        </p:txBody>
      </p:sp>
      <p:sp>
        <p:nvSpPr>
          <p:cNvPr id="318" name="T318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316</a:t>
            </a:r>
          </a:p>
        </p:txBody>
      </p:sp>
      <p:sp>
        <p:nvSpPr>
          <p:cNvPr id="319" name="T319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317</a:t>
            </a:r>
          </a:p>
        </p:txBody>
      </p:sp>
      <p:sp>
        <p:nvSpPr>
          <p:cNvPr id="320" name="T320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318</a:t>
            </a:r>
          </a:p>
        </p:txBody>
      </p:sp>
      <p:sp>
        <p:nvSpPr>
          <p:cNvPr id="321" name="T321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319</a:t>
            </a:r>
          </a:p>
        </p:txBody>
      </p:sp>
      <p:sp>
        <p:nvSpPr>
          <p:cNvPr id="322" name="T32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320</a:t>
            </a:r>
          </a:p>
        </p:txBody>
      </p:sp>
      <p:sp>
        <p:nvSpPr>
          <p:cNvPr id="323" name="T323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321</a:t>
            </a:r>
          </a:p>
        </p:txBody>
      </p:sp>
      <p:sp>
        <p:nvSpPr>
          <p:cNvPr id="324" name="T324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322</a:t>
            </a:r>
          </a:p>
        </p:txBody>
      </p:sp>
      <p:sp>
        <p:nvSpPr>
          <p:cNvPr id="325" name="T325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323</a:t>
            </a:r>
          </a:p>
        </p:txBody>
      </p:sp>
      <p:sp>
        <p:nvSpPr>
          <p:cNvPr id="326" name="T326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324</a:t>
            </a:r>
          </a:p>
        </p:txBody>
      </p:sp>
      <p:sp>
        <p:nvSpPr>
          <p:cNvPr id="327" name="T327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325</a:t>
            </a:r>
          </a:p>
        </p:txBody>
      </p:sp>
      <p:sp>
        <p:nvSpPr>
          <p:cNvPr id="328" name="T328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326</a:t>
            </a:r>
          </a:p>
        </p:txBody>
      </p:sp>
      <p:sp>
        <p:nvSpPr>
          <p:cNvPr id="329" name="T329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327</a:t>
            </a:r>
          </a:p>
        </p:txBody>
      </p:sp>
      <p:sp>
        <p:nvSpPr>
          <p:cNvPr id="330" name="T330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328</a:t>
            </a:r>
          </a:p>
        </p:txBody>
      </p:sp>
      <p:sp>
        <p:nvSpPr>
          <p:cNvPr id="331" name="T331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329</a:t>
            </a:r>
          </a:p>
        </p:txBody>
      </p:sp>
      <p:sp>
        <p:nvSpPr>
          <p:cNvPr id="332" name="T33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330</a:t>
            </a:r>
          </a:p>
        </p:txBody>
      </p:sp>
      <p:sp>
        <p:nvSpPr>
          <p:cNvPr id="333" name="T333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331</a:t>
            </a:r>
          </a:p>
        </p:txBody>
      </p:sp>
      <p:sp>
        <p:nvSpPr>
          <p:cNvPr id="334" name="T334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332</a:t>
            </a:r>
          </a:p>
        </p:txBody>
      </p:sp>
      <p:sp>
        <p:nvSpPr>
          <p:cNvPr id="335" name="T335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333</a:t>
            </a:r>
          </a:p>
        </p:txBody>
      </p:sp>
      <p:sp>
        <p:nvSpPr>
          <p:cNvPr id="336" name="T336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334</a:t>
            </a:r>
          </a:p>
        </p:txBody>
      </p:sp>
      <p:sp>
        <p:nvSpPr>
          <p:cNvPr id="337" name="T337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335</a:t>
            </a:r>
          </a:p>
        </p:txBody>
      </p:sp>
      <p:sp>
        <p:nvSpPr>
          <p:cNvPr id="338" name="T338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336</a:t>
            </a:r>
          </a:p>
        </p:txBody>
      </p:sp>
      <p:sp>
        <p:nvSpPr>
          <p:cNvPr id="339" name="T339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337</a:t>
            </a:r>
          </a:p>
        </p:txBody>
      </p:sp>
      <p:sp>
        <p:nvSpPr>
          <p:cNvPr id="340" name="T340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338</a:t>
            </a:r>
          </a:p>
        </p:txBody>
      </p:sp>
      <p:sp>
        <p:nvSpPr>
          <p:cNvPr id="341" name="T341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339</a:t>
            </a:r>
          </a:p>
        </p:txBody>
      </p:sp>
      <p:sp>
        <p:nvSpPr>
          <p:cNvPr id="342" name="T34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340</a:t>
            </a:r>
          </a:p>
        </p:txBody>
      </p:sp>
      <p:sp>
        <p:nvSpPr>
          <p:cNvPr id="343" name="T343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341</a:t>
            </a:r>
          </a:p>
        </p:txBody>
      </p:sp>
      <p:sp>
        <p:nvSpPr>
          <p:cNvPr id="344" name="T344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342</a:t>
            </a:r>
          </a:p>
        </p:txBody>
      </p:sp>
      <p:sp>
        <p:nvSpPr>
          <p:cNvPr id="345" name="T345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343</a:t>
            </a:r>
          </a:p>
        </p:txBody>
      </p:sp>
      <p:sp>
        <p:nvSpPr>
          <p:cNvPr id="346" name="T346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344</a:t>
            </a:r>
          </a:p>
        </p:txBody>
      </p:sp>
      <p:sp>
        <p:nvSpPr>
          <p:cNvPr id="347" name="T347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345</a:t>
            </a:r>
          </a:p>
        </p:txBody>
      </p:sp>
      <p:sp>
        <p:nvSpPr>
          <p:cNvPr id="348" name="T348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346</a:t>
            </a:r>
          </a:p>
        </p:txBody>
      </p:sp>
      <p:sp>
        <p:nvSpPr>
          <p:cNvPr id="349" name="T349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347</a:t>
            </a:r>
          </a:p>
        </p:txBody>
      </p:sp>
      <p:sp>
        <p:nvSpPr>
          <p:cNvPr id="350" name="T350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348</a:t>
            </a:r>
          </a:p>
        </p:txBody>
      </p:sp>
      <p:sp>
        <p:nvSpPr>
          <p:cNvPr id="351" name="T351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349</a:t>
            </a:r>
          </a:p>
        </p:txBody>
      </p:sp>
      <p:sp>
        <p:nvSpPr>
          <p:cNvPr id="352" name="T35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350</a:t>
            </a:r>
          </a:p>
        </p:txBody>
      </p:sp>
      <p:sp>
        <p:nvSpPr>
          <p:cNvPr id="353" name="T353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351</a:t>
            </a:r>
          </a:p>
        </p:txBody>
      </p:sp>
      <p:sp>
        <p:nvSpPr>
          <p:cNvPr id="354" name="T354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352</a:t>
            </a:r>
          </a:p>
        </p:txBody>
      </p:sp>
      <p:sp>
        <p:nvSpPr>
          <p:cNvPr id="355" name="T355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353</a:t>
            </a:r>
          </a:p>
        </p:txBody>
      </p:sp>
      <p:sp>
        <p:nvSpPr>
          <p:cNvPr id="356" name="T356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354</a:t>
            </a:r>
          </a:p>
        </p:txBody>
      </p:sp>
      <p:sp>
        <p:nvSpPr>
          <p:cNvPr id="357" name="T357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355</a:t>
            </a:r>
          </a:p>
        </p:txBody>
      </p:sp>
      <p:sp>
        <p:nvSpPr>
          <p:cNvPr id="358" name="T358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356</a:t>
            </a:r>
          </a:p>
        </p:txBody>
      </p:sp>
      <p:sp>
        <p:nvSpPr>
          <p:cNvPr id="359" name="T359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357</a:t>
            </a:r>
          </a:p>
        </p:txBody>
      </p:sp>
      <p:sp>
        <p:nvSpPr>
          <p:cNvPr id="360" name="T360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358</a:t>
            </a:r>
          </a:p>
        </p:txBody>
      </p:sp>
      <p:sp>
        <p:nvSpPr>
          <p:cNvPr id="361" name="T361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359</a:t>
            </a:r>
          </a:p>
        </p:txBody>
      </p:sp>
      <p:sp>
        <p:nvSpPr>
          <p:cNvPr id="362" name="T36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360</a:t>
            </a:r>
          </a:p>
        </p:txBody>
      </p:sp>
      <p:sp>
        <p:nvSpPr>
          <p:cNvPr id="363" name="T363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361</a:t>
            </a:r>
          </a:p>
        </p:txBody>
      </p:sp>
      <p:sp>
        <p:nvSpPr>
          <p:cNvPr id="364" name="T364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362</a:t>
            </a:r>
          </a:p>
        </p:txBody>
      </p:sp>
      <p:sp>
        <p:nvSpPr>
          <p:cNvPr id="365" name="T365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363</a:t>
            </a:r>
          </a:p>
        </p:txBody>
      </p:sp>
      <p:sp>
        <p:nvSpPr>
          <p:cNvPr id="366" name="T366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364</a:t>
            </a:r>
          </a:p>
        </p:txBody>
      </p:sp>
      <p:sp>
        <p:nvSpPr>
          <p:cNvPr id="367" name="T367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365</a:t>
            </a:r>
          </a:p>
        </p:txBody>
      </p:sp>
      <p:sp>
        <p:nvSpPr>
          <p:cNvPr id="368" name="T368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366</a:t>
            </a:r>
          </a:p>
        </p:txBody>
      </p:sp>
      <p:sp>
        <p:nvSpPr>
          <p:cNvPr id="369" name="T369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367</a:t>
            </a:r>
          </a:p>
        </p:txBody>
      </p:sp>
      <p:sp>
        <p:nvSpPr>
          <p:cNvPr id="370" name="T370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368</a:t>
            </a:r>
          </a:p>
        </p:txBody>
      </p:sp>
      <p:sp>
        <p:nvSpPr>
          <p:cNvPr id="371" name="T371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369</a:t>
            </a:r>
          </a:p>
        </p:txBody>
      </p:sp>
      <p:sp>
        <p:nvSpPr>
          <p:cNvPr id="372" name="T37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370</a:t>
            </a:r>
          </a:p>
        </p:txBody>
      </p:sp>
      <p:sp>
        <p:nvSpPr>
          <p:cNvPr id="373" name="T373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371</a:t>
            </a:r>
          </a:p>
        </p:txBody>
      </p:sp>
      <p:sp>
        <p:nvSpPr>
          <p:cNvPr id="374" name="T374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372</a:t>
            </a:r>
          </a:p>
        </p:txBody>
      </p:sp>
      <p:sp>
        <p:nvSpPr>
          <p:cNvPr id="375" name="T375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373</a:t>
            </a:r>
          </a:p>
        </p:txBody>
      </p:sp>
      <p:sp>
        <p:nvSpPr>
          <p:cNvPr id="376" name="T376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374</a:t>
            </a:r>
          </a:p>
        </p:txBody>
      </p:sp>
      <p:sp>
        <p:nvSpPr>
          <p:cNvPr id="377" name="T377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375</a:t>
            </a:r>
          </a:p>
        </p:txBody>
      </p:sp>
      <p:sp>
        <p:nvSpPr>
          <p:cNvPr id="378" name="T378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376</a:t>
            </a:r>
          </a:p>
        </p:txBody>
      </p:sp>
      <p:sp>
        <p:nvSpPr>
          <p:cNvPr id="379" name="T379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377</a:t>
            </a:r>
          </a:p>
        </p:txBody>
      </p:sp>
      <p:sp>
        <p:nvSpPr>
          <p:cNvPr id="380" name="T380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378</a:t>
            </a:r>
          </a:p>
        </p:txBody>
      </p:sp>
      <p:sp>
        <p:nvSpPr>
          <p:cNvPr id="381" name="T381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379</a:t>
            </a:r>
          </a:p>
        </p:txBody>
      </p:sp>
      <p:sp>
        <p:nvSpPr>
          <p:cNvPr id="382" name="T38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380</a:t>
            </a:r>
          </a:p>
        </p:txBody>
      </p:sp>
      <p:sp>
        <p:nvSpPr>
          <p:cNvPr id="383" name="T383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381</a:t>
            </a:r>
          </a:p>
        </p:txBody>
      </p:sp>
      <p:sp>
        <p:nvSpPr>
          <p:cNvPr id="384" name="T384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382</a:t>
            </a:r>
          </a:p>
        </p:txBody>
      </p:sp>
      <p:sp>
        <p:nvSpPr>
          <p:cNvPr id="385" name="T385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383</a:t>
            </a:r>
          </a:p>
        </p:txBody>
      </p:sp>
      <p:sp>
        <p:nvSpPr>
          <p:cNvPr id="386" name="T386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384</a:t>
            </a:r>
          </a:p>
        </p:txBody>
      </p:sp>
      <p:sp>
        <p:nvSpPr>
          <p:cNvPr id="387" name="T387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385</a:t>
            </a:r>
          </a:p>
        </p:txBody>
      </p:sp>
      <p:sp>
        <p:nvSpPr>
          <p:cNvPr id="388" name="T388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386</a:t>
            </a:r>
          </a:p>
        </p:txBody>
      </p:sp>
      <p:sp>
        <p:nvSpPr>
          <p:cNvPr id="389" name="T389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387</a:t>
            </a:r>
          </a:p>
        </p:txBody>
      </p:sp>
      <p:sp>
        <p:nvSpPr>
          <p:cNvPr id="390" name="T390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388</a:t>
            </a:r>
          </a:p>
        </p:txBody>
      </p:sp>
      <p:sp>
        <p:nvSpPr>
          <p:cNvPr id="391" name="T391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389</a:t>
            </a:r>
          </a:p>
        </p:txBody>
      </p:sp>
      <p:sp>
        <p:nvSpPr>
          <p:cNvPr id="392" name="T39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390</a:t>
            </a:r>
          </a:p>
        </p:txBody>
      </p:sp>
      <p:sp>
        <p:nvSpPr>
          <p:cNvPr id="393" name="T393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391</a:t>
            </a:r>
          </a:p>
        </p:txBody>
      </p:sp>
      <p:sp>
        <p:nvSpPr>
          <p:cNvPr id="394" name="T394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392</a:t>
            </a:r>
          </a:p>
        </p:txBody>
      </p:sp>
      <p:sp>
        <p:nvSpPr>
          <p:cNvPr id="395" name="T395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393</a:t>
            </a:r>
          </a:p>
        </p:txBody>
      </p:sp>
      <p:sp>
        <p:nvSpPr>
          <p:cNvPr id="396" name="T396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394</a:t>
            </a:r>
          </a:p>
        </p:txBody>
      </p:sp>
      <p:sp>
        <p:nvSpPr>
          <p:cNvPr id="397" name="T397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395</a:t>
            </a:r>
          </a:p>
        </p:txBody>
      </p:sp>
      <p:sp>
        <p:nvSpPr>
          <p:cNvPr id="398" name="T398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396</a:t>
            </a:r>
          </a:p>
        </p:txBody>
      </p:sp>
      <p:sp>
        <p:nvSpPr>
          <p:cNvPr id="399" name="T399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397</a:t>
            </a:r>
          </a:p>
        </p:txBody>
      </p:sp>
      <p:sp>
        <p:nvSpPr>
          <p:cNvPr id="400" name="T400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398</a:t>
            </a:r>
          </a:p>
        </p:txBody>
      </p:sp>
      <p:sp>
        <p:nvSpPr>
          <p:cNvPr id="401" name="T401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399</a:t>
            </a:r>
          </a:p>
        </p:txBody>
      </p:sp>
      <p:sp>
        <p:nvSpPr>
          <p:cNvPr id="402" name="T40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400</a:t>
            </a:r>
          </a:p>
        </p:txBody>
      </p:sp>
      <p:sp>
        <p:nvSpPr>
          <p:cNvPr id="403" name="T403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401</a:t>
            </a:r>
          </a:p>
        </p:txBody>
      </p:sp>
      <p:sp>
        <p:nvSpPr>
          <p:cNvPr id="404" name="T404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402</a:t>
            </a:r>
          </a:p>
        </p:txBody>
      </p:sp>
      <p:sp>
        <p:nvSpPr>
          <p:cNvPr id="405" name="T405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403</a:t>
            </a:r>
          </a:p>
        </p:txBody>
      </p:sp>
      <p:sp>
        <p:nvSpPr>
          <p:cNvPr id="406" name="T406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404</a:t>
            </a:r>
          </a:p>
        </p:txBody>
      </p:sp>
      <p:sp>
        <p:nvSpPr>
          <p:cNvPr id="407" name="T407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405</a:t>
            </a:r>
          </a:p>
        </p:txBody>
      </p:sp>
      <p:sp>
        <p:nvSpPr>
          <p:cNvPr id="408" name="T408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406</a:t>
            </a:r>
          </a:p>
        </p:txBody>
      </p:sp>
      <p:sp>
        <p:nvSpPr>
          <p:cNvPr id="409" name="T409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407</a:t>
            </a:r>
          </a:p>
        </p:txBody>
      </p:sp>
      <p:sp>
        <p:nvSpPr>
          <p:cNvPr id="410" name="T410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408</a:t>
            </a:r>
          </a:p>
        </p:txBody>
      </p:sp>
      <p:sp>
        <p:nvSpPr>
          <p:cNvPr id="411" name="T411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409</a:t>
            </a:r>
          </a:p>
        </p:txBody>
      </p:sp>
      <p:sp>
        <p:nvSpPr>
          <p:cNvPr id="412" name="T41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410</a:t>
            </a:r>
          </a:p>
        </p:txBody>
      </p:sp>
      <p:sp>
        <p:nvSpPr>
          <p:cNvPr id="413" name="T413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411</a:t>
            </a:r>
          </a:p>
        </p:txBody>
      </p:sp>
      <p:sp>
        <p:nvSpPr>
          <p:cNvPr id="414" name="T414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412</a:t>
            </a:r>
          </a:p>
        </p:txBody>
      </p:sp>
      <p:sp>
        <p:nvSpPr>
          <p:cNvPr id="415" name="T415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413</a:t>
            </a:r>
          </a:p>
        </p:txBody>
      </p:sp>
      <p:sp>
        <p:nvSpPr>
          <p:cNvPr id="416" name="T416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414</a:t>
            </a:r>
          </a:p>
        </p:txBody>
      </p:sp>
      <p:sp>
        <p:nvSpPr>
          <p:cNvPr id="417" name="T417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415</a:t>
            </a:r>
          </a:p>
        </p:txBody>
      </p:sp>
      <p:sp>
        <p:nvSpPr>
          <p:cNvPr id="418" name="T418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416</a:t>
            </a:r>
          </a:p>
        </p:txBody>
      </p:sp>
      <p:sp>
        <p:nvSpPr>
          <p:cNvPr id="419" name="T419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417</a:t>
            </a:r>
          </a:p>
        </p:txBody>
      </p:sp>
      <p:sp>
        <p:nvSpPr>
          <p:cNvPr id="420" name="T420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418</a:t>
            </a:r>
          </a:p>
        </p:txBody>
      </p:sp>
      <p:sp>
        <p:nvSpPr>
          <p:cNvPr id="421" name="T421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419</a:t>
            </a:r>
          </a:p>
        </p:txBody>
      </p:sp>
      <p:sp>
        <p:nvSpPr>
          <p:cNvPr id="422" name="T42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420</a:t>
            </a:r>
          </a:p>
        </p:txBody>
      </p:sp>
      <p:sp>
        <p:nvSpPr>
          <p:cNvPr id="423" name="T423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421</a:t>
            </a:r>
          </a:p>
        </p:txBody>
      </p:sp>
      <p:sp>
        <p:nvSpPr>
          <p:cNvPr id="424" name="T424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422</a:t>
            </a:r>
          </a:p>
        </p:txBody>
      </p:sp>
      <p:sp>
        <p:nvSpPr>
          <p:cNvPr id="425" name="T425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423</a:t>
            </a:r>
          </a:p>
        </p:txBody>
      </p:sp>
      <p:sp>
        <p:nvSpPr>
          <p:cNvPr id="426" name="T426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424</a:t>
            </a:r>
          </a:p>
        </p:txBody>
      </p:sp>
      <p:sp>
        <p:nvSpPr>
          <p:cNvPr id="427" name="T427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425</a:t>
            </a:r>
          </a:p>
        </p:txBody>
      </p:sp>
      <p:sp>
        <p:nvSpPr>
          <p:cNvPr id="428" name="T428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426</a:t>
            </a:r>
          </a:p>
        </p:txBody>
      </p:sp>
      <p:sp>
        <p:nvSpPr>
          <p:cNvPr id="429" name="T429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427</a:t>
            </a:r>
          </a:p>
        </p:txBody>
      </p:sp>
      <p:sp>
        <p:nvSpPr>
          <p:cNvPr id="430" name="T430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428</a:t>
            </a:r>
          </a:p>
        </p:txBody>
      </p:sp>
      <p:sp>
        <p:nvSpPr>
          <p:cNvPr id="431" name="T431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429</a:t>
            </a:r>
          </a:p>
        </p:txBody>
      </p:sp>
      <p:sp>
        <p:nvSpPr>
          <p:cNvPr id="432" name="T43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430</a:t>
            </a:r>
          </a:p>
        </p:txBody>
      </p:sp>
      <p:sp>
        <p:nvSpPr>
          <p:cNvPr id="433" name="T433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431</a:t>
            </a:r>
          </a:p>
        </p:txBody>
      </p:sp>
      <p:sp>
        <p:nvSpPr>
          <p:cNvPr id="434" name="T434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432</a:t>
            </a:r>
          </a:p>
        </p:txBody>
      </p:sp>
      <p:sp>
        <p:nvSpPr>
          <p:cNvPr id="435" name="T435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433</a:t>
            </a:r>
          </a:p>
        </p:txBody>
      </p:sp>
      <p:sp>
        <p:nvSpPr>
          <p:cNvPr id="436" name="T436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434</a:t>
            </a:r>
          </a:p>
        </p:txBody>
      </p:sp>
      <p:sp>
        <p:nvSpPr>
          <p:cNvPr id="437" name="T437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435</a:t>
            </a:r>
          </a:p>
        </p:txBody>
      </p:sp>
      <p:sp>
        <p:nvSpPr>
          <p:cNvPr id="438" name="T438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436</a:t>
            </a:r>
          </a:p>
        </p:txBody>
      </p:sp>
      <p:sp>
        <p:nvSpPr>
          <p:cNvPr id="439" name="T439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437</a:t>
            </a:r>
          </a:p>
        </p:txBody>
      </p:sp>
      <p:sp>
        <p:nvSpPr>
          <p:cNvPr id="440" name="T440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438</a:t>
            </a:r>
          </a:p>
        </p:txBody>
      </p:sp>
      <p:sp>
        <p:nvSpPr>
          <p:cNvPr id="441" name="T441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439</a:t>
            </a:r>
          </a:p>
        </p:txBody>
      </p:sp>
      <p:sp>
        <p:nvSpPr>
          <p:cNvPr id="442" name="T44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440</a:t>
            </a:r>
          </a:p>
        </p:txBody>
      </p:sp>
      <p:sp>
        <p:nvSpPr>
          <p:cNvPr id="443" name="T443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441</a:t>
            </a:r>
          </a:p>
        </p:txBody>
      </p:sp>
      <p:sp>
        <p:nvSpPr>
          <p:cNvPr id="444" name="T444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442</a:t>
            </a:r>
          </a:p>
        </p:txBody>
      </p:sp>
      <p:sp>
        <p:nvSpPr>
          <p:cNvPr id="445" name="T445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443</a:t>
            </a:r>
          </a:p>
        </p:txBody>
      </p:sp>
      <p:sp>
        <p:nvSpPr>
          <p:cNvPr id="446" name="T446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444</a:t>
            </a:r>
          </a:p>
        </p:txBody>
      </p:sp>
      <p:sp>
        <p:nvSpPr>
          <p:cNvPr id="447" name="T447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445</a:t>
            </a:r>
          </a:p>
        </p:txBody>
      </p:sp>
      <p:sp>
        <p:nvSpPr>
          <p:cNvPr id="448" name="T448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446</a:t>
            </a:r>
          </a:p>
        </p:txBody>
      </p:sp>
      <p:sp>
        <p:nvSpPr>
          <p:cNvPr id="449" name="T449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447</a:t>
            </a:r>
          </a:p>
        </p:txBody>
      </p:sp>
      <p:sp>
        <p:nvSpPr>
          <p:cNvPr id="450" name="T450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448</a:t>
            </a:r>
          </a:p>
        </p:txBody>
      </p:sp>
      <p:sp>
        <p:nvSpPr>
          <p:cNvPr id="451" name="T451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449</a:t>
            </a:r>
          </a:p>
        </p:txBody>
      </p:sp>
      <p:sp>
        <p:nvSpPr>
          <p:cNvPr id="452" name="T45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450</a:t>
            </a:r>
          </a:p>
        </p:txBody>
      </p:sp>
      <p:sp>
        <p:nvSpPr>
          <p:cNvPr id="453" name="T453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451</a:t>
            </a:r>
          </a:p>
        </p:txBody>
      </p:sp>
      <p:sp>
        <p:nvSpPr>
          <p:cNvPr id="454" name="T454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452</a:t>
            </a:r>
          </a:p>
        </p:txBody>
      </p:sp>
      <p:sp>
        <p:nvSpPr>
          <p:cNvPr id="455" name="T455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453</a:t>
            </a:r>
          </a:p>
        </p:txBody>
      </p:sp>
      <p:sp>
        <p:nvSpPr>
          <p:cNvPr id="456" name="T456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454</a:t>
            </a:r>
          </a:p>
        </p:txBody>
      </p:sp>
      <p:sp>
        <p:nvSpPr>
          <p:cNvPr id="457" name="T457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455</a:t>
            </a:r>
          </a:p>
        </p:txBody>
      </p:sp>
      <p:sp>
        <p:nvSpPr>
          <p:cNvPr id="458" name="T458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456</a:t>
            </a:r>
          </a:p>
        </p:txBody>
      </p:sp>
      <p:sp>
        <p:nvSpPr>
          <p:cNvPr id="459" name="T459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457</a:t>
            </a:r>
          </a:p>
        </p:txBody>
      </p:sp>
      <p:sp>
        <p:nvSpPr>
          <p:cNvPr id="460" name="T460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458</a:t>
            </a:r>
          </a:p>
        </p:txBody>
      </p:sp>
      <p:sp>
        <p:nvSpPr>
          <p:cNvPr id="461" name="T461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459</a:t>
            </a:r>
          </a:p>
        </p:txBody>
      </p:sp>
      <p:sp>
        <p:nvSpPr>
          <p:cNvPr id="462" name="T46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460</a:t>
            </a:r>
          </a:p>
        </p:txBody>
      </p:sp>
      <p:sp>
        <p:nvSpPr>
          <p:cNvPr id="463" name="T463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461</a:t>
            </a:r>
          </a:p>
        </p:txBody>
      </p:sp>
      <p:sp>
        <p:nvSpPr>
          <p:cNvPr id="464" name="T464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462</a:t>
            </a:r>
          </a:p>
        </p:txBody>
      </p:sp>
      <p:sp>
        <p:nvSpPr>
          <p:cNvPr id="465" name="T465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463</a:t>
            </a:r>
          </a:p>
        </p:txBody>
      </p:sp>
      <p:sp>
        <p:nvSpPr>
          <p:cNvPr id="466" name="T466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464</a:t>
            </a:r>
          </a:p>
        </p:txBody>
      </p:sp>
      <p:sp>
        <p:nvSpPr>
          <p:cNvPr id="467" name="T467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465</a:t>
            </a:r>
          </a:p>
        </p:txBody>
      </p:sp>
      <p:sp>
        <p:nvSpPr>
          <p:cNvPr id="468" name="T468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466</a:t>
            </a:r>
          </a:p>
        </p:txBody>
      </p:sp>
      <p:sp>
        <p:nvSpPr>
          <p:cNvPr id="469" name="T469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467</a:t>
            </a:r>
          </a:p>
        </p:txBody>
      </p:sp>
      <p:sp>
        <p:nvSpPr>
          <p:cNvPr id="470" name="T470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468</a:t>
            </a:r>
          </a:p>
        </p:txBody>
      </p:sp>
      <p:sp>
        <p:nvSpPr>
          <p:cNvPr id="471" name="T471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469</a:t>
            </a:r>
          </a:p>
        </p:txBody>
      </p:sp>
      <p:sp>
        <p:nvSpPr>
          <p:cNvPr id="472" name="T47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470</a:t>
            </a:r>
          </a:p>
        </p:txBody>
      </p:sp>
      <p:sp>
        <p:nvSpPr>
          <p:cNvPr id="473" name="T473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471</a:t>
            </a:r>
          </a:p>
        </p:txBody>
      </p:sp>
      <p:sp>
        <p:nvSpPr>
          <p:cNvPr id="474" name="T474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472</a:t>
            </a:r>
          </a:p>
        </p:txBody>
      </p:sp>
      <p:sp>
        <p:nvSpPr>
          <p:cNvPr id="475" name="T475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473</a:t>
            </a:r>
          </a:p>
        </p:txBody>
      </p:sp>
      <p:sp>
        <p:nvSpPr>
          <p:cNvPr id="476" name="T476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474</a:t>
            </a:r>
          </a:p>
        </p:txBody>
      </p:sp>
      <p:sp>
        <p:nvSpPr>
          <p:cNvPr id="477" name="T477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475</a:t>
            </a:r>
          </a:p>
        </p:txBody>
      </p:sp>
      <p:sp>
        <p:nvSpPr>
          <p:cNvPr id="478" name="T478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476</a:t>
            </a:r>
          </a:p>
        </p:txBody>
      </p:sp>
      <p:sp>
        <p:nvSpPr>
          <p:cNvPr id="479" name="T479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477</a:t>
            </a:r>
          </a:p>
        </p:txBody>
      </p:sp>
      <p:sp>
        <p:nvSpPr>
          <p:cNvPr id="480" name="T480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478</a:t>
            </a:r>
          </a:p>
        </p:txBody>
      </p:sp>
      <p:sp>
        <p:nvSpPr>
          <p:cNvPr id="481" name="T481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479</a:t>
            </a:r>
          </a:p>
        </p:txBody>
      </p:sp>
      <p:sp>
        <p:nvSpPr>
          <p:cNvPr id="482" name="T48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480</a:t>
            </a:r>
          </a:p>
        </p:txBody>
      </p:sp>
      <p:sp>
        <p:nvSpPr>
          <p:cNvPr id="483" name="T483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481</a:t>
            </a:r>
          </a:p>
        </p:txBody>
      </p:sp>
      <p:sp>
        <p:nvSpPr>
          <p:cNvPr id="484" name="T484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482</a:t>
            </a:r>
          </a:p>
        </p:txBody>
      </p:sp>
      <p:sp>
        <p:nvSpPr>
          <p:cNvPr id="485" name="T485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483</a:t>
            </a:r>
          </a:p>
        </p:txBody>
      </p:sp>
      <p:sp>
        <p:nvSpPr>
          <p:cNvPr id="486" name="T486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484</a:t>
            </a:r>
          </a:p>
        </p:txBody>
      </p:sp>
      <p:sp>
        <p:nvSpPr>
          <p:cNvPr id="487" name="T487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485</a:t>
            </a:r>
          </a:p>
        </p:txBody>
      </p:sp>
      <p:sp>
        <p:nvSpPr>
          <p:cNvPr id="488" name="T488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486</a:t>
            </a:r>
          </a:p>
        </p:txBody>
      </p:sp>
      <p:sp>
        <p:nvSpPr>
          <p:cNvPr id="489" name="T489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487</a:t>
            </a:r>
          </a:p>
        </p:txBody>
      </p:sp>
      <p:sp>
        <p:nvSpPr>
          <p:cNvPr id="490" name="T490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488</a:t>
            </a:r>
          </a:p>
        </p:txBody>
      </p:sp>
      <p:sp>
        <p:nvSpPr>
          <p:cNvPr id="491" name="T491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489</a:t>
            </a:r>
          </a:p>
        </p:txBody>
      </p:sp>
      <p:sp>
        <p:nvSpPr>
          <p:cNvPr id="492" name="T49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490</a:t>
            </a:r>
          </a:p>
        </p:txBody>
      </p:sp>
      <p:sp>
        <p:nvSpPr>
          <p:cNvPr id="493" name="T493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491</a:t>
            </a:r>
          </a:p>
        </p:txBody>
      </p:sp>
      <p:sp>
        <p:nvSpPr>
          <p:cNvPr id="494" name="T494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492</a:t>
            </a:r>
          </a:p>
        </p:txBody>
      </p:sp>
      <p:sp>
        <p:nvSpPr>
          <p:cNvPr id="495" name="T495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493</a:t>
            </a:r>
          </a:p>
        </p:txBody>
      </p:sp>
      <p:sp>
        <p:nvSpPr>
          <p:cNvPr id="496" name="T496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494</a:t>
            </a:r>
          </a:p>
        </p:txBody>
      </p:sp>
      <p:sp>
        <p:nvSpPr>
          <p:cNvPr id="497" name="T497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495</a:t>
            </a:r>
          </a:p>
        </p:txBody>
      </p:sp>
      <p:sp>
        <p:nvSpPr>
          <p:cNvPr id="498" name="T498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496</a:t>
            </a:r>
          </a:p>
        </p:txBody>
      </p:sp>
      <p:sp>
        <p:nvSpPr>
          <p:cNvPr id="499" name="T499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497</a:t>
            </a:r>
          </a:p>
        </p:txBody>
      </p:sp>
      <p:sp>
        <p:nvSpPr>
          <p:cNvPr id="500" name="T500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498</a:t>
            </a:r>
          </a:p>
        </p:txBody>
      </p:sp>
      <p:sp>
        <p:nvSpPr>
          <p:cNvPr id="501" name="T501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499</a:t>
            </a:r>
          </a:p>
        </p:txBody>
      </p:sp>
      <p:sp>
        <p:nvSpPr>
          <p:cNvPr id="502" name="T50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500</a:t>
            </a:r>
          </a:p>
        </p:txBody>
      </p:sp>
      <p:sp>
        <p:nvSpPr>
          <p:cNvPr id="503" name="T503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501</a:t>
            </a:r>
          </a:p>
        </p:txBody>
      </p:sp>
      <p:sp>
        <p:nvSpPr>
          <p:cNvPr id="504" name="T504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502</a:t>
            </a:r>
          </a:p>
        </p:txBody>
      </p:sp>
      <p:sp>
        <p:nvSpPr>
          <p:cNvPr id="505" name="T505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503</a:t>
            </a:r>
          </a:p>
        </p:txBody>
      </p:sp>
      <p:sp>
        <p:nvSpPr>
          <p:cNvPr id="506" name="T506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504</a:t>
            </a:r>
          </a:p>
        </p:txBody>
      </p:sp>
      <p:sp>
        <p:nvSpPr>
          <p:cNvPr id="507" name="T507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505</a:t>
            </a:r>
          </a:p>
        </p:txBody>
      </p:sp>
      <p:sp>
        <p:nvSpPr>
          <p:cNvPr id="508" name="T508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506</a:t>
            </a:r>
          </a:p>
        </p:txBody>
      </p:sp>
      <p:sp>
        <p:nvSpPr>
          <p:cNvPr id="509" name="T509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507</a:t>
            </a:r>
          </a:p>
        </p:txBody>
      </p:sp>
      <p:sp>
        <p:nvSpPr>
          <p:cNvPr id="510" name="T510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508</a:t>
            </a:r>
          </a:p>
        </p:txBody>
      </p:sp>
      <p:sp>
        <p:nvSpPr>
          <p:cNvPr id="511" name="T511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509</a:t>
            </a:r>
          </a:p>
        </p:txBody>
      </p:sp>
      <p:sp>
        <p:nvSpPr>
          <p:cNvPr id="512" name="T51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510</a:t>
            </a:r>
          </a:p>
        </p:txBody>
      </p:sp>
      <p:sp>
        <p:nvSpPr>
          <p:cNvPr id="513" name="T513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511</a:t>
            </a:r>
          </a:p>
        </p:txBody>
      </p:sp>
      <p:sp>
        <p:nvSpPr>
          <p:cNvPr id="514" name="T514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512</a:t>
            </a:r>
          </a:p>
        </p:txBody>
      </p:sp>
      <p:sp>
        <p:nvSpPr>
          <p:cNvPr id="515" name="T515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513</a:t>
            </a:r>
          </a:p>
        </p:txBody>
      </p:sp>
      <p:sp>
        <p:nvSpPr>
          <p:cNvPr id="516" name="T516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514</a:t>
            </a:r>
          </a:p>
        </p:txBody>
      </p:sp>
      <p:sp>
        <p:nvSpPr>
          <p:cNvPr id="517" name="T517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515</a:t>
            </a:r>
          </a:p>
        </p:txBody>
      </p:sp>
      <p:sp>
        <p:nvSpPr>
          <p:cNvPr id="518" name="T518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516</a:t>
            </a:r>
          </a:p>
        </p:txBody>
      </p:sp>
      <p:sp>
        <p:nvSpPr>
          <p:cNvPr id="519" name="T519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517</a:t>
            </a:r>
          </a:p>
        </p:txBody>
      </p:sp>
      <p:sp>
        <p:nvSpPr>
          <p:cNvPr id="520" name="T520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518</a:t>
            </a:r>
          </a:p>
        </p:txBody>
      </p:sp>
      <p:sp>
        <p:nvSpPr>
          <p:cNvPr id="521" name="T521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519</a:t>
            </a:r>
          </a:p>
        </p:txBody>
      </p:sp>
      <p:sp>
        <p:nvSpPr>
          <p:cNvPr id="522" name="T52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520</a:t>
            </a:r>
          </a:p>
        </p:txBody>
      </p:sp>
      <p:sp>
        <p:nvSpPr>
          <p:cNvPr id="523" name="T523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521</a:t>
            </a:r>
          </a:p>
        </p:txBody>
      </p:sp>
      <p:sp>
        <p:nvSpPr>
          <p:cNvPr id="524" name="T524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522</a:t>
            </a:r>
          </a:p>
        </p:txBody>
      </p:sp>
      <p:sp>
        <p:nvSpPr>
          <p:cNvPr id="525" name="T525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523</a:t>
            </a:r>
          </a:p>
        </p:txBody>
      </p:sp>
      <p:sp>
        <p:nvSpPr>
          <p:cNvPr id="526" name="T526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524</a:t>
            </a:r>
          </a:p>
        </p:txBody>
      </p:sp>
      <p:sp>
        <p:nvSpPr>
          <p:cNvPr id="527" name="T527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525</a:t>
            </a:r>
          </a:p>
        </p:txBody>
      </p:sp>
      <p:sp>
        <p:nvSpPr>
          <p:cNvPr id="528" name="T528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526</a:t>
            </a:r>
          </a:p>
        </p:txBody>
      </p:sp>
      <p:sp>
        <p:nvSpPr>
          <p:cNvPr id="529" name="T529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527</a:t>
            </a:r>
          </a:p>
        </p:txBody>
      </p:sp>
      <p:sp>
        <p:nvSpPr>
          <p:cNvPr id="530" name="T530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528</a:t>
            </a:r>
          </a:p>
        </p:txBody>
      </p:sp>
      <p:sp>
        <p:nvSpPr>
          <p:cNvPr id="531" name="T531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529</a:t>
            </a:r>
          </a:p>
        </p:txBody>
      </p:sp>
      <p:sp>
        <p:nvSpPr>
          <p:cNvPr id="532" name="T53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530</a:t>
            </a:r>
          </a:p>
        </p:txBody>
      </p:sp>
      <p:sp>
        <p:nvSpPr>
          <p:cNvPr id="533" name="T533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531</a:t>
            </a:r>
          </a:p>
        </p:txBody>
      </p:sp>
      <p:sp>
        <p:nvSpPr>
          <p:cNvPr id="534" name="T534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532</a:t>
            </a:r>
          </a:p>
        </p:txBody>
      </p:sp>
      <p:sp>
        <p:nvSpPr>
          <p:cNvPr id="535" name="T535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533</a:t>
            </a:r>
          </a:p>
        </p:txBody>
      </p:sp>
      <p:sp>
        <p:nvSpPr>
          <p:cNvPr id="536" name="T536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534</a:t>
            </a:r>
          </a:p>
        </p:txBody>
      </p:sp>
      <p:sp>
        <p:nvSpPr>
          <p:cNvPr id="537" name="T537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535</a:t>
            </a:r>
          </a:p>
        </p:txBody>
      </p:sp>
      <p:sp>
        <p:nvSpPr>
          <p:cNvPr id="538" name="T538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536</a:t>
            </a:r>
          </a:p>
        </p:txBody>
      </p:sp>
      <p:sp>
        <p:nvSpPr>
          <p:cNvPr id="539" name="T539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537</a:t>
            </a:r>
          </a:p>
        </p:txBody>
      </p:sp>
      <p:sp>
        <p:nvSpPr>
          <p:cNvPr id="540" name="T540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538</a:t>
            </a:r>
          </a:p>
        </p:txBody>
      </p:sp>
      <p:sp>
        <p:nvSpPr>
          <p:cNvPr id="541" name="T541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539</a:t>
            </a:r>
          </a:p>
        </p:txBody>
      </p:sp>
      <p:sp>
        <p:nvSpPr>
          <p:cNvPr id="542" name="T54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540</a:t>
            </a:r>
          </a:p>
        </p:txBody>
      </p:sp>
      <p:sp>
        <p:nvSpPr>
          <p:cNvPr id="543" name="T543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541</a:t>
            </a:r>
          </a:p>
        </p:txBody>
      </p:sp>
      <p:sp>
        <p:nvSpPr>
          <p:cNvPr id="544" name="T544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542</a:t>
            </a:r>
          </a:p>
        </p:txBody>
      </p:sp>
      <p:sp>
        <p:nvSpPr>
          <p:cNvPr id="545" name="T545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543</a:t>
            </a:r>
          </a:p>
        </p:txBody>
      </p:sp>
      <p:sp>
        <p:nvSpPr>
          <p:cNvPr id="546" name="T546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544</a:t>
            </a:r>
          </a:p>
        </p:txBody>
      </p:sp>
      <p:sp>
        <p:nvSpPr>
          <p:cNvPr id="547" name="T547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545</a:t>
            </a:r>
          </a:p>
        </p:txBody>
      </p:sp>
      <p:sp>
        <p:nvSpPr>
          <p:cNvPr id="548" name="T548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546</a:t>
            </a:r>
          </a:p>
        </p:txBody>
      </p:sp>
      <p:sp>
        <p:nvSpPr>
          <p:cNvPr id="549" name="T549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547</a:t>
            </a:r>
          </a:p>
        </p:txBody>
      </p:sp>
      <p:sp>
        <p:nvSpPr>
          <p:cNvPr id="550" name="T550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548</a:t>
            </a:r>
          </a:p>
        </p:txBody>
      </p:sp>
      <p:sp>
        <p:nvSpPr>
          <p:cNvPr id="551" name="T551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549</a:t>
            </a:r>
          </a:p>
        </p:txBody>
      </p:sp>
      <p:sp>
        <p:nvSpPr>
          <p:cNvPr id="552" name="T55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550</a:t>
            </a:r>
          </a:p>
        </p:txBody>
      </p:sp>
      <p:sp>
        <p:nvSpPr>
          <p:cNvPr id="553" name="T553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551</a:t>
            </a:r>
          </a:p>
        </p:txBody>
      </p:sp>
      <p:sp>
        <p:nvSpPr>
          <p:cNvPr id="554" name="T554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552</a:t>
            </a:r>
          </a:p>
        </p:txBody>
      </p:sp>
      <p:sp>
        <p:nvSpPr>
          <p:cNvPr id="555" name="T555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553</a:t>
            </a:r>
          </a:p>
        </p:txBody>
      </p:sp>
      <p:sp>
        <p:nvSpPr>
          <p:cNvPr id="556" name="T556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554</a:t>
            </a:r>
          </a:p>
        </p:txBody>
      </p:sp>
      <p:sp>
        <p:nvSpPr>
          <p:cNvPr id="557" name="T557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555</a:t>
            </a:r>
          </a:p>
        </p:txBody>
      </p:sp>
      <p:sp>
        <p:nvSpPr>
          <p:cNvPr id="558" name="T558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556</a:t>
            </a:r>
          </a:p>
        </p:txBody>
      </p:sp>
      <p:sp>
        <p:nvSpPr>
          <p:cNvPr id="559" name="T559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557</a:t>
            </a:r>
          </a:p>
        </p:txBody>
      </p:sp>
      <p:sp>
        <p:nvSpPr>
          <p:cNvPr id="560" name="T560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558</a:t>
            </a:r>
          </a:p>
        </p:txBody>
      </p:sp>
      <p:sp>
        <p:nvSpPr>
          <p:cNvPr id="561" name="T561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559</a:t>
            </a:r>
          </a:p>
        </p:txBody>
      </p:sp>
      <p:sp>
        <p:nvSpPr>
          <p:cNvPr id="562" name="T56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560</a:t>
            </a:r>
          </a:p>
        </p:txBody>
      </p:sp>
      <p:sp>
        <p:nvSpPr>
          <p:cNvPr id="563" name="T563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561</a:t>
            </a:r>
          </a:p>
        </p:txBody>
      </p:sp>
      <p:sp>
        <p:nvSpPr>
          <p:cNvPr id="564" name="T564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562</a:t>
            </a:r>
          </a:p>
        </p:txBody>
      </p:sp>
      <p:sp>
        <p:nvSpPr>
          <p:cNvPr id="565" name="T565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563</a:t>
            </a:r>
          </a:p>
        </p:txBody>
      </p:sp>
      <p:sp>
        <p:nvSpPr>
          <p:cNvPr id="566" name="T566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564</a:t>
            </a:r>
          </a:p>
        </p:txBody>
      </p:sp>
      <p:sp>
        <p:nvSpPr>
          <p:cNvPr id="567" name="T567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565</a:t>
            </a:r>
          </a:p>
        </p:txBody>
      </p:sp>
      <p:sp>
        <p:nvSpPr>
          <p:cNvPr id="568" name="T568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566</a:t>
            </a:r>
          </a:p>
        </p:txBody>
      </p:sp>
      <p:sp>
        <p:nvSpPr>
          <p:cNvPr id="569" name="T569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567</a:t>
            </a:r>
          </a:p>
        </p:txBody>
      </p:sp>
      <p:sp>
        <p:nvSpPr>
          <p:cNvPr id="570" name="T570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568</a:t>
            </a:r>
          </a:p>
        </p:txBody>
      </p:sp>
      <p:sp>
        <p:nvSpPr>
          <p:cNvPr id="571" name="T571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569</a:t>
            </a:r>
          </a:p>
        </p:txBody>
      </p:sp>
      <p:sp>
        <p:nvSpPr>
          <p:cNvPr id="572" name="T57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570</a:t>
            </a:r>
          </a:p>
        </p:txBody>
      </p:sp>
      <p:sp>
        <p:nvSpPr>
          <p:cNvPr id="573" name="T573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571</a:t>
            </a:r>
          </a:p>
        </p:txBody>
      </p:sp>
      <p:sp>
        <p:nvSpPr>
          <p:cNvPr id="574" name="T574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572</a:t>
            </a:r>
          </a:p>
        </p:txBody>
      </p:sp>
      <p:sp>
        <p:nvSpPr>
          <p:cNvPr id="575" name="T575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573</a:t>
            </a:r>
          </a:p>
        </p:txBody>
      </p:sp>
      <p:sp>
        <p:nvSpPr>
          <p:cNvPr id="576" name="T576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574</a:t>
            </a:r>
          </a:p>
        </p:txBody>
      </p:sp>
      <p:sp>
        <p:nvSpPr>
          <p:cNvPr id="577" name="T577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575</a:t>
            </a:r>
          </a:p>
        </p:txBody>
      </p:sp>
      <p:sp>
        <p:nvSpPr>
          <p:cNvPr id="578" name="T578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576</a:t>
            </a:r>
          </a:p>
        </p:txBody>
      </p:sp>
      <p:sp>
        <p:nvSpPr>
          <p:cNvPr id="579" name="T579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577</a:t>
            </a:r>
          </a:p>
        </p:txBody>
      </p:sp>
      <p:sp>
        <p:nvSpPr>
          <p:cNvPr id="580" name="T580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578</a:t>
            </a:r>
          </a:p>
        </p:txBody>
      </p:sp>
      <p:sp>
        <p:nvSpPr>
          <p:cNvPr id="581" name="T581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579</a:t>
            </a:r>
          </a:p>
        </p:txBody>
      </p:sp>
      <p:sp>
        <p:nvSpPr>
          <p:cNvPr id="582" name="T58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580</a:t>
            </a:r>
          </a:p>
        </p:txBody>
      </p:sp>
      <p:sp>
        <p:nvSpPr>
          <p:cNvPr id="583" name="T583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581</a:t>
            </a:r>
          </a:p>
        </p:txBody>
      </p:sp>
      <p:sp>
        <p:nvSpPr>
          <p:cNvPr id="584" name="T584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582</a:t>
            </a:r>
          </a:p>
        </p:txBody>
      </p:sp>
      <p:sp>
        <p:nvSpPr>
          <p:cNvPr id="585" name="T585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583</a:t>
            </a:r>
          </a:p>
        </p:txBody>
      </p:sp>
      <p:sp>
        <p:nvSpPr>
          <p:cNvPr id="586" name="T586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584</a:t>
            </a:r>
          </a:p>
        </p:txBody>
      </p:sp>
      <p:sp>
        <p:nvSpPr>
          <p:cNvPr id="587" name="T587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585</a:t>
            </a:r>
          </a:p>
        </p:txBody>
      </p:sp>
      <p:sp>
        <p:nvSpPr>
          <p:cNvPr id="588" name="T588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586</a:t>
            </a:r>
          </a:p>
        </p:txBody>
      </p:sp>
      <p:sp>
        <p:nvSpPr>
          <p:cNvPr id="589" name="T589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587</a:t>
            </a:r>
          </a:p>
        </p:txBody>
      </p:sp>
      <p:sp>
        <p:nvSpPr>
          <p:cNvPr id="590" name="T590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588</a:t>
            </a:r>
          </a:p>
        </p:txBody>
      </p:sp>
      <p:sp>
        <p:nvSpPr>
          <p:cNvPr id="591" name="T591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589</a:t>
            </a:r>
          </a:p>
        </p:txBody>
      </p:sp>
      <p:sp>
        <p:nvSpPr>
          <p:cNvPr id="592" name="T59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590</a:t>
            </a:r>
          </a:p>
        </p:txBody>
      </p:sp>
      <p:sp>
        <p:nvSpPr>
          <p:cNvPr id="593" name="T593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591</a:t>
            </a:r>
          </a:p>
        </p:txBody>
      </p:sp>
      <p:sp>
        <p:nvSpPr>
          <p:cNvPr id="594" name="T594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592</a:t>
            </a:r>
          </a:p>
        </p:txBody>
      </p:sp>
      <p:sp>
        <p:nvSpPr>
          <p:cNvPr id="595" name="T595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593</a:t>
            </a:r>
          </a:p>
        </p:txBody>
      </p:sp>
      <p:sp>
        <p:nvSpPr>
          <p:cNvPr id="596" name="T596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594</a:t>
            </a:r>
          </a:p>
        </p:txBody>
      </p:sp>
      <p:sp>
        <p:nvSpPr>
          <p:cNvPr id="597" name="T597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595</a:t>
            </a:r>
          </a:p>
        </p:txBody>
      </p:sp>
      <p:sp>
        <p:nvSpPr>
          <p:cNvPr id="598" name="T598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596</a:t>
            </a:r>
          </a:p>
        </p:txBody>
      </p:sp>
      <p:sp>
        <p:nvSpPr>
          <p:cNvPr id="599" name="T599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597</a:t>
            </a:r>
          </a:p>
        </p:txBody>
      </p:sp>
      <p:sp>
        <p:nvSpPr>
          <p:cNvPr id="600" name="T600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598</a:t>
            </a:r>
          </a:p>
        </p:txBody>
      </p:sp>
      <p:sp>
        <p:nvSpPr>
          <p:cNvPr id="601" name="T601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Shape 599</a:t>
            </a:r>
          </a:p>
        </p:txBody>
      </p:sp>
    </p:spTree>
  </p:cSld>
</p:sld>
</file>