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1"/>
          <p:cNvPicPr/>
          <p:nvPr/>
        </p:nvPicPr>
        <p:blipFill>
          <a:blip r:embed="rId2"/>
          <a:stretch>
            <a:fillRect/>
          </a:stretch>
        </p:blipFill>
        <p:spPr>
          <a:xfrm>
            <a:off x="1000000" y="914400"/>
            <a:ext cx="900000" cy="900000"/>
          </a:xfrm>
          <a:prstGeom prst="rect">
            <a:avLst/>
          </a:prstGeom>
        </p:spPr>
      </p:pic>
      <p:pic>
        <p:nvPicPr>
          <p:cNvPr id="3" name="P2"/>
          <p:cNvPicPr/>
          <p:nvPr/>
        </p:nvPicPr>
        <p:blipFill>
          <a:blip r:embed="rId3"/>
          <a:stretch>
            <a:fillRect/>
          </a:stretch>
        </p:blipFill>
        <p:spPr>
          <a:xfrm>
            <a:off x="2000000" y="914400"/>
            <a:ext cx="900000" cy="900000"/>
          </a:xfrm>
          <a:prstGeom prst="rect">
            <a:avLst/>
          </a:prstGeom>
        </p:spPr>
      </p:pic>
      <p:pic>
        <p:nvPicPr>
          <p:cNvPr id="4" name="P3"/>
          <p:cNvPicPr/>
          <p:nvPr/>
        </p:nvPicPr>
        <p:blipFill>
          <a:blip r:embed="rId4"/>
          <a:stretch>
            <a:fillRect/>
          </a:stretch>
        </p:blipFill>
        <p:spPr>
          <a:xfrm>
            <a:off x="3000000" y="914400"/>
            <a:ext cx="900000" cy="900000"/>
          </a:xfrm>
          <a:prstGeom prst="rect">
            <a:avLst/>
          </a:prstGeom>
        </p:spPr>
      </p:pic>
      <p:pic>
        <p:nvPicPr>
          <p:cNvPr id="5" name="P4"/>
          <p:cNvPicPr/>
          <p:nvPr/>
        </p:nvPicPr>
        <p:blipFill>
          <a:blip r:embed="rId5"/>
          <a:stretch>
            <a:fillRect/>
          </a:stretch>
        </p:blipFill>
        <p:spPr>
          <a:xfrm>
            <a:off x="4000000" y="914400"/>
            <a:ext cx="900000" cy="900000"/>
          </a:xfrm>
          <a:prstGeom prst="rect">
            <a:avLst/>
          </a:prstGeom>
        </p:spPr>
      </p:pic>
      <p:pic>
        <p:nvPicPr>
          <p:cNvPr id="6" name="P5"/>
          <p:cNvPicPr/>
          <p:nvPr/>
        </p:nvPicPr>
        <p:blipFill>
          <a:blip r:embed="rId6"/>
          <a:stretch>
            <a:fillRect/>
          </a:stretch>
        </p:blipFill>
        <p:spPr>
          <a:xfrm>
            <a:off x="5000000" y="914400"/>
            <a:ext cx="900000" cy="900000"/>
          </a:xfrm>
          <a:prstGeom prst="rect">
            <a:avLst/>
          </a:prstGeom>
        </p:spPr>
      </p:pic>
    </p:spTree>
  </p:cSld>
</p:sld>
</file>