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Wid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Inherits from the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Master body style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000" y="500000"/>
            <a:ext cx="6000000" cy="900000"/>
          </a:xfrm>
        </p:spPr>
        <p:txBody>
          <a:bodyPr rtlCol="0"/>
          <a:lstStyle/>
          <a:p>
            <a:r>
              <a:rPr lang="en-US" dirty="0"/>
              <a:t>States its own place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Still inherits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Inheritance</dc:title>
  <dc:creator>Corpus</dc:creator>
  <dcterms:created xsi:type="dcterms:W3CDTF">2026-01-01T00:00:00Z</dcterms:created>
  <dcterms:modified xsi:type="dcterms:W3CDTF">2026-01-01T00:00:00Z</dcterms:modified>
</cp:coreProperties>
</file>