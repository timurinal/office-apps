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gif" ContentType="image/gif"/>
  <Default Extension="webp" ContentType="image/webp"/>
  <Default Extension="emf" ContentType="image/x-emf"/>
  <Default Extension="svg" ContentType="image/svg+xml"/>
  <Default Extension="xlsx" ContentType="application/vnd.openxmlformats-officedocument.spreadsheetml.sheet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 rtlCol="0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49" r:id="rId1"/>
    <p:sldLayoutId id="2147484650" r:id="rId2"/>
    <p:sldLayoutId id="2147484651" r:id="rId3"/>
    <p:sldLayoutId id="2147484652" r:id="rId4"/>
    <p:sldLayoutId id="2147484653" r:id="rId5"/>
    <p:sldLayoutId id="2147484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r>
              <a:rPr lang="en-US" dirty="0"/>
              <a:t>Quarterly review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r>
              <a:rPr lang="en-US" dirty="0"/>
              <a:t>Finance and operations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Results</a:t>
            </a:r>
            <a:endParaRPr lang="en-US" dirty="0"/>
          </a:p>
          <a:p>
            <a:r>
              <a:rPr lang="en-US" dirty="0"/>
              <a:t>Outlook</a:t>
            </a:r>
            <a:endParaRPr lang="en-US" dirty="0"/>
          </a:p>
          <a:p>
            <a:pPr lvl="1"/>
            <a:r>
              <a:rPr lang="en-US" dirty="0"/>
              <a:t>Risks and mitigations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4572000" cy="914400"/>
          </a:xfrm>
          <a:prstGeom prst="rect">
            <a:avLst/>
          </a:prstGeom>
          <a:noFill/>
        </p:spPr>
        <p:txBody>
          <a:bodyPr rtlCol="0"/>
          <a:lstStyle/>
          <a:p>
            <a:r>
              <a:rPr lang="en-US" b="1" dirty="0"/>
              <a:t>Bold </a:t>
            </a:r>
            <a:r>
              <a:rPr lang="en-US" i="1" dirty="0"/>
              <a:t>italic </a:t>
            </a:r>
            <a:r>
              <a:rPr lang="en-US" u="sng" dirty="0"/>
              <a:t>underlined </a:t>
            </a:r>
            <a:r>
              <a:rPr lang="en-US" strike="sngStrike" dirty="0"/>
              <a:t>struck </a:t>
            </a:r>
            <a:r>
              <a:rPr lang="en-US" sz="2000" dirty="0">
                <a:solidFill>
                  <a:srgbClr val="C00000"/>
                </a:solidFill>
              </a:rPr>
              <a:t>sized and red</a:t>
            </a:r>
            <a:endParaRPr lang="en-US" dirty="0"/>
          </a:p>
          <a:p>
            <a:pPr algn="ctr">
              <a:buNone/>
            </a:pPr>
            <a:r>
              <a:rPr lang="en-US" dirty="0"/>
              <a:t>Second paragraph, centred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Shapes</a:t>
            </a:r>
            <a:endParaRPr lang="en-US" dirty="0"/>
          </a:p>
        </p:txBody>
      </p:sp>
      <p:sp>
        <p:nvSpPr>
          <p:cNvPr id="3" name="Shape 2"/>
          <p:cNvSpPr/>
          <p:nvPr/>
        </p:nvSpPr>
        <p:spPr>
          <a:xfrm>
            <a:off x="1828800" y="1828800"/>
            <a:ext cx="2743200" cy="914400"/>
          </a:xfrm>
          <a:prstGeom prst="roundRect">
            <a:avLst>
              <a:gd name="adj" fmla="val 3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lang="en-US" dirty="0"/>
              <a:t>On a style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6400800" y="1828800"/>
            <a:ext cx="2743200" cy="1828800"/>
          </a:xfrm>
          <a:prstGeom prst="line">
            <a:avLst/>
          </a:prstGeom>
          <a:ln w="28575">
            <a:solidFill>
              <a:srgbClr val="2F5597"/>
            </a:solidFill>
            <a:headEnd type="oval"/>
            <a:tailEnd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Quarterly review</dc:title>
  <dc:creator>Corpus</dc:creator>
  <dcterms:created xsi:type="dcterms:W3CDTF">2026-01-01T00:00:00Z</dcterms:created>
  <dcterms:modified xsi:type="dcterms:W3CDTF">2026-01-01T00:00:00Z</dcterms:modified>
</cp:coreProperties>
</file>