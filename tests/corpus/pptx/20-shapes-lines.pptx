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gif" ContentType="image/gif"/>
  <Default Extension="webp" ContentType="image/webp"/>
  <Default Extension="emf" ContentType="image/x-emf"/>
  <Default Extension="svg" ContentType="image/svg+xml"/>
  <Default Extension="xlsx" ContentType="application/vnd.openxmlformats-officedocument.spreadsheetml.sheet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 rtlCol="0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49" r:id="rId1"/>
    <p:sldLayoutId id="2147484650" r:id="rId2"/>
    <p:sldLayoutId id="2147484651" r:id="rId3"/>
    <p:sldLayoutId id="2147484652" r:id="rId4"/>
    <p:sldLayoutId id="2147484653" r:id="rId5"/>
    <p:sldLayoutId id="2147484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Presets</a:t>
            </a:r>
            <a:endParaRPr lang="en-US" dirty="0"/>
          </a:p>
        </p:txBody>
      </p:sp>
      <p:sp>
        <p:nvSpPr>
          <p:cNvPr id="3" name="Shape 2"/>
          <p:cNvSpPr/>
          <p:nvPr/>
        </p:nvSpPr>
        <p:spPr>
          <a:xfrm>
            <a:off x="457200" y="1737360"/>
            <a:ext cx="1371600" cy="118872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404040"/>
            </a:solidFill>
            <a:prstDash val="dash"/>
          </a:ln>
        </p:spPr>
      </p:sp>
      <p:sp>
        <p:nvSpPr>
          <p:cNvPr id="4" name="Shape 3"/>
          <p:cNvSpPr/>
          <p:nvPr/>
        </p:nvSpPr>
        <p:spPr>
          <a:xfrm>
            <a:off x="2194560" y="1737360"/>
            <a:ext cx="1371600" cy="1188720"/>
          </a:xfrm>
          <a:prstGeom prst="roundRect">
            <a:avLst/>
          </a:prstGeom>
          <a:solidFill>
            <a:schemeClr val="accent2"/>
          </a:solidFill>
          <a:ln w="12700">
            <a:solidFill>
              <a:srgbClr val="404040"/>
            </a:solidFill>
            <a:prstDash val="dash"/>
          </a:ln>
        </p:spPr>
      </p:sp>
      <p:sp>
        <p:nvSpPr>
          <p:cNvPr id="5" name="Shape 4"/>
          <p:cNvSpPr/>
          <p:nvPr/>
        </p:nvSpPr>
        <p:spPr>
          <a:xfrm>
            <a:off x="3931920" y="1737360"/>
            <a:ext cx="1371600" cy="1188720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404040"/>
            </a:solidFill>
            <a:prstDash val="dash"/>
          </a:ln>
        </p:spPr>
      </p:sp>
      <p:sp>
        <p:nvSpPr>
          <p:cNvPr id="6" name="Shape 5"/>
          <p:cNvSpPr/>
          <p:nvPr/>
        </p:nvSpPr>
        <p:spPr>
          <a:xfrm>
            <a:off x="5669279.999999999" y="1737360"/>
            <a:ext cx="1371600" cy="1188720"/>
          </a:xfrm>
          <a:prstGeom prst="triangle">
            <a:avLst/>
          </a:prstGeom>
          <a:solidFill>
            <a:schemeClr val="accent4"/>
          </a:solidFill>
          <a:ln w="12700">
            <a:solidFill>
              <a:srgbClr val="404040"/>
            </a:solidFill>
            <a:prstDash val="dash"/>
          </a:ln>
        </p:spPr>
      </p:sp>
      <p:sp>
        <p:nvSpPr>
          <p:cNvPr id="7" name="Shape 6"/>
          <p:cNvSpPr/>
          <p:nvPr/>
        </p:nvSpPr>
        <p:spPr>
          <a:xfrm>
            <a:off x="7406640" y="1737360"/>
            <a:ext cx="1371600" cy="1188720"/>
          </a:xfrm>
          <a:prstGeom prst="diamond">
            <a:avLst/>
          </a:prstGeom>
          <a:solidFill>
            <a:schemeClr val="accent5"/>
          </a:solidFill>
          <a:ln w="12700">
            <a:solidFill>
              <a:srgbClr val="404040"/>
            </a:solidFill>
            <a:prstDash val="dash"/>
          </a:ln>
        </p:spPr>
      </p:sp>
      <p:sp>
        <p:nvSpPr>
          <p:cNvPr id="8" name="Shape 7"/>
          <p:cNvSpPr/>
          <p:nvPr/>
        </p:nvSpPr>
        <p:spPr>
          <a:xfrm>
            <a:off x="9144000" y="1737360"/>
            <a:ext cx="1371600" cy="1188720"/>
          </a:xfrm>
          <a:prstGeom prst="hexagon">
            <a:avLst/>
          </a:prstGeom>
          <a:solidFill>
            <a:schemeClr val="accent6"/>
          </a:solidFill>
          <a:ln w="12700">
            <a:solidFill>
              <a:srgbClr val="404040"/>
            </a:solidFill>
            <a:prstDash val="dash"/>
          </a:ln>
        </p:spPr>
      </p:sp>
      <p:sp>
        <p:nvSpPr>
          <p:cNvPr id="9" name="Shape 8"/>
          <p:cNvSpPr/>
          <p:nvPr/>
        </p:nvSpPr>
        <p:spPr>
          <a:xfrm>
            <a:off x="457200" y="3291839.9999999995"/>
            <a:ext cx="1371600" cy="1188720"/>
          </a:xfrm>
          <a:prstGeom prst="star5">
            <a:avLst/>
          </a:prstGeom>
          <a:solidFill>
            <a:schemeClr val="accent1"/>
          </a:solidFill>
          <a:ln w="12700">
            <a:solidFill>
              <a:srgbClr val="404040"/>
            </a:solidFill>
            <a:prstDash val="dash"/>
          </a:ln>
        </p:spPr>
      </p:sp>
      <p:sp>
        <p:nvSpPr>
          <p:cNvPr id="10" name="Shape 9"/>
          <p:cNvSpPr/>
          <p:nvPr/>
        </p:nvSpPr>
        <p:spPr>
          <a:xfrm>
            <a:off x="2194560" y="3291839.9999999995"/>
            <a:ext cx="1371600" cy="1188720"/>
          </a:xfrm>
          <a:prstGeom prst="rightArrow">
            <a:avLst/>
          </a:prstGeom>
          <a:solidFill>
            <a:schemeClr val="accent2"/>
          </a:solidFill>
          <a:ln w="12700">
            <a:solidFill>
              <a:srgbClr val="404040"/>
            </a:solidFill>
            <a:prstDash val="dash"/>
          </a:ln>
        </p:spPr>
      </p:sp>
      <p:sp>
        <p:nvSpPr>
          <p:cNvPr id="11" name="Shape 10"/>
          <p:cNvSpPr/>
          <p:nvPr/>
        </p:nvSpPr>
        <p:spPr>
          <a:xfrm>
            <a:off x="3931920" y="3291839.9999999995"/>
            <a:ext cx="1371600" cy="1188720"/>
          </a:xfrm>
          <a:prstGeom prst="chevron">
            <a:avLst/>
          </a:prstGeom>
          <a:solidFill>
            <a:schemeClr val="accent3"/>
          </a:solidFill>
          <a:ln w="12700">
            <a:solidFill>
              <a:srgbClr val="404040"/>
            </a:solidFill>
            <a:prstDash val="dash"/>
          </a:ln>
        </p:spPr>
      </p:sp>
      <p:sp>
        <p:nvSpPr>
          <p:cNvPr id="12" name="Shape 11"/>
          <p:cNvSpPr/>
          <p:nvPr/>
        </p:nvSpPr>
        <p:spPr>
          <a:xfrm>
            <a:off x="5669279.999999999" y="3291839.9999999995"/>
            <a:ext cx="1371600" cy="1188720"/>
          </a:xfrm>
          <a:prstGeom prst="cloud">
            <a:avLst/>
          </a:prstGeom>
          <a:solidFill>
            <a:schemeClr val="accent4"/>
          </a:solidFill>
          <a:ln w="12700">
            <a:solidFill>
              <a:srgbClr val="404040"/>
            </a:solidFill>
            <a:prstDash val="dash"/>
          </a:ln>
        </p:spPr>
      </p:sp>
      <p:sp>
        <p:nvSpPr>
          <p:cNvPr id="13" name="Shape 12"/>
          <p:cNvSpPr/>
          <p:nvPr/>
        </p:nvSpPr>
        <p:spPr>
          <a:xfrm>
            <a:off x="7406640" y="3291839.9999999995"/>
            <a:ext cx="1371600" cy="1188720"/>
          </a:xfrm>
          <a:prstGeom prst="heart">
            <a:avLst/>
          </a:prstGeom>
          <a:solidFill>
            <a:schemeClr val="accent5"/>
          </a:solidFill>
          <a:ln w="12700">
            <a:solidFill>
              <a:srgbClr val="404040"/>
            </a:solidFill>
            <a:prstDash val="dash"/>
          </a:ln>
        </p:spPr>
      </p:sp>
      <p:sp>
        <p:nvSpPr>
          <p:cNvPr id="14" name="Shape 13"/>
          <p:cNvSpPr/>
          <p:nvPr/>
        </p:nvSpPr>
        <p:spPr>
          <a:xfrm>
            <a:off x="9144000" y="3291839.9999999995"/>
            <a:ext cx="1371600" cy="1188720"/>
          </a:xfrm>
          <a:prstGeom prst="can">
            <a:avLst/>
          </a:prstGeom>
          <a:solidFill>
            <a:schemeClr val="accent6"/>
          </a:solidFill>
          <a:ln w="12700">
            <a:solidFill>
              <a:srgbClr val="404040"/>
            </a:solidFill>
            <a:prstDash val="dash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Lines</a:t>
            </a:r>
            <a:endParaRPr lang="en-US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914400" y="1828800"/>
            <a:ext cx="3657600" cy="0"/>
          </a:xfrm>
          <a:prstGeom prst="line">
            <a:avLst/>
          </a:prstGeom>
          <a:ln w="12700">
            <a:solidFill>
              <a:srgbClr val="C00000"/>
            </a:solidFill>
          </a:ln>
        </p:spPr>
      </p:cxnSp>
      <p:cxnSp>
        <p:nvCxnSpPr>
          <p:cNvPr id="4" name="Straight Connector 3"/>
          <p:cNvCxnSpPr/>
          <p:nvPr/>
        </p:nvCxnSpPr>
        <p:spPr>
          <a:xfrm>
            <a:off x="914400" y="2743200"/>
            <a:ext cx="3657600" cy="1828800"/>
          </a:xfrm>
          <a:prstGeom prst="line">
            <a:avLst/>
          </a:prstGeom>
          <a:ln w="38100">
            <a:solidFill>
              <a:srgbClr val="00B050"/>
            </a:solidFill>
            <a:tailEnd type="arrow"/>
          </a:ln>
        </p:spPr>
      </p:cxnSp>
      <p:cxnSp>
        <p:nvCxnSpPr>
          <p:cNvPr id="5" name="Straight Connector 4"/>
          <p:cNvCxnSpPr/>
          <p:nvPr/>
        </p:nvCxnSpPr>
        <p:spPr>
          <a:xfrm flipH="1">
            <a:off x="5486400" y="2743200"/>
            <a:ext cx="2743200" cy="1828800"/>
          </a:xfrm>
          <a:prstGeom prst="line">
            <a:avLst/>
          </a:prstGeom>
          <a:ln w="25400">
            <a:solidFill>
              <a:srgbClr val="0070C0"/>
            </a:solidFill>
            <a:prstDash val="sysDot"/>
            <a:headEnd type="triangle"/>
          </a:ln>
        </p:spPr>
      </p:cxnSp>
      <p:cxnSp>
        <p:nvCxnSpPr>
          <p:cNvPr id="6" name="Straight Connector 5"/>
          <p:cNvCxnSpPr/>
          <p:nvPr/>
        </p:nvCxnSpPr>
        <p:spPr>
          <a:xfrm>
            <a:off x="5486400" y="1828800"/>
            <a:ext cx="2743200" cy="457200"/>
          </a:xfrm>
          <a:prstGeom prst="bentConnector3">
            <a:avLst/>
          </a:prstGeom>
          <a:ln w="19050">
            <a:solidFill>
              <a:srgbClr val="7030A0"/>
            </a:solidFill>
          </a:ln>
        </p:spPr>
      </p:cxnSp>
      <p:sp>
        <p:nvSpPr>
          <p:cNvPr id="7" name="Shape 6"/>
          <p:cNvSpPr/>
          <p:nvPr/>
        </p:nvSpPr>
        <p:spPr>
          <a:xfrm rot="900000">
            <a:off x="1828800" y="4846320"/>
            <a:ext cx="1828800" cy="914400"/>
          </a:xfrm>
          <a:prstGeom prst="rect">
            <a:avLst/>
          </a:prstGeom>
          <a:solidFill>
            <a:srgbClr val="D9D9D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/>
          <a:p>
            <a:pPr algn="ctr"/>
            <a:r>
              <a:rPr lang="en-US" dirty="0"/>
              <a:t>rotated</a:t>
            </a:r>
            <a:endParaRPr lang="en-US" dirty="0"/>
          </a:p>
        </p:txBody>
      </p:sp>
      <p:sp>
        <p:nvSpPr>
          <p:cNvPr id="8" name="Shape 7"/>
          <p:cNvSpPr/>
          <p:nvPr/>
        </p:nvSpPr>
        <p:spPr>
          <a:xfrm flipH="1" flipV="1">
            <a:off x="5486400" y="4846320"/>
            <a:ext cx="1828800" cy="914400"/>
          </a:xfrm>
          <a:prstGeom prst="triangle">
            <a:avLst/>
          </a:prstGeom>
          <a:solidFill>
            <a:srgbClr val="FFD966"/>
          </a:solid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Shapes</dc:title>
  <dc:creator>Corpus</dc:creator>
  <dcterms:created xsi:type="dcterms:W3CDTF">2026-01-01T00:00:00Z</dcterms:created>
  <dcterms:modified xsi:type="dcterms:W3CDTF">2026-01-01T00:00:00Z</dcterms:modified>
</cp:coreProperties>
</file>