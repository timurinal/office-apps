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uniqueId="urn:microsoft.com/office/officeart/2005/8/colors/accent1_2"/>
</file>

<file path=ppt/diagrams/data1.xml><?xml version="1.0" encoding="utf-8"?>
<dgm:dataModel xmlns:dgm="http://schemas.openxmlformats.org/drawingml/2006/diagram" xmlns:a="http://schemas.openxmlformats.org/drawingml/2006/main">
  <dgm:ptLst/>
  <dgm:cxnLst/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1}">
      <dsp:nvSpPr>
        <dsp:cNvPr id="0" name=""/>
        <dsp:cNvSpPr/>
      </dsp:nvSpPr>
      <dsp:spPr>
        <a:xfrm>
          <a:off x="0" y="500000"/>
          <a:ext cx="1800000" cy="1000000"/>
        </a:xfrm>
        <a:prstGeom prst="roundRect">
          <a:avLst/>
        </a:prstGeom>
        <a:solidFill>
          <a:schemeClr val="accent1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anchor="ctr"/>
        <a:lstStyle/>
        <a:p>
          <a:pPr algn="ctr"/>
          <a:r>
            <a:rPr lang="en-US" sz="1800"/>
            <a:t>Plan</a:t>
          </a:r>
        </a:p>
      </dsp:txBody>
      <dsp:txXfrm>
        <a:off x="0" y="500000"/>
        <a:ext cx="1800000" cy="1000000"/>
      </dsp:txXfrm>
    </dsp:sp>
    <dsp:sp modelId="{0002}">
      <dsp:nvSpPr>
        <dsp:cNvPr id="0" name=""/>
        <dsp:cNvSpPr/>
      </dsp:nvSpPr>
      <dsp:spPr>
        <a:xfrm>
          <a:off x="2100000" y="500000"/>
          <a:ext cx="1800000" cy="1000000"/>
        </a:xfrm>
        <a:prstGeom prst="roundRect">
          <a:avLst/>
        </a:prstGeom>
        <a:solidFill>
          <a:schemeClr val="accent2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anchor="ctr"/>
        <a:lstStyle/>
        <a:p>
          <a:pPr algn="ctr"/>
          <a:r>
            <a:rPr lang="en-US" sz="1800"/>
            <a:t>Build</a:t>
          </a:r>
        </a:p>
      </dsp:txBody>
      <dsp:txXfrm>
        <a:off x="2100000" y="500000"/>
        <a:ext cx="1800000" cy="1000000"/>
      </dsp:txXfrm>
    </dsp:sp>
    <dsp:sp modelId="{0003}">
      <dsp:nvSpPr>
        <dsp:cNvPr id="0" name=""/>
        <dsp:cNvSpPr/>
      </dsp:nvSpPr>
      <dsp:spPr>
        <a:xfrm>
          <a:off x="4200000" y="500000"/>
          <a:ext cx="1800000" cy="1000000"/>
        </a:xfrm>
        <a:prstGeom prst="roundRect">
          <a:avLst/>
        </a:prstGeom>
        <a:solidFill>
          <a:schemeClr val="accent3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anchor="ctr"/>
        <a:lstStyle/>
        <a:p>
          <a:pPr algn="ctr"/>
          <a:r>
            <a:rPr lang="en-US" sz="1800"/>
            <a:t>Ship</a:t>
          </a:r>
        </a:p>
      </dsp:txBody>
      <dsp:txXfrm>
        <a:off x="4200000" y="500000"/>
        <a:ext cx="1800000" cy="1000000"/>
      </dsp:txXfrm>
    </dsp:sp>
  </dsp:spTree>
</dsp:drawing>
</file>

<file path=ppt/diagrams/layout1.xml><?xml version="1.0" encoding="utf-8"?>
<dgm:layoutDef xmlns:dgm="http://schemas.openxmlformats.org/drawingml/2006/diagram" uniqueId="urn:microsoft.com/office/officeart/2005/8/layout/default"/>
</file>

<file path=ppt/diagrams/quickStyle1.xml><?xml version="1.0" encoding="utf-8"?>
<dgm:styleDef xmlns:dgm="http://schemas.openxmlformats.org/drawingml/2006/diagram" uniqueId="urn:microsoft.com/office/officeart/2005/8/quickstyle/simple1"/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SmartArt</a:t>
            </a:r>
            <a:endParaRPr lang="en-US" dirty="0"/>
          </a:p>
        </p:txBody>
      </p:sp>
      <p:graphicFrame>
        <p:nvGraphicFramePr>
          <p:cNvPr id="3" name="Diagram 3"/>
          <p:cNvGraphicFramePr/>
          <p:nvPr/>
        </p:nvGraphicFramePr>
        <p:xfrm>
          <a:off x="914400" y="1828800"/>
          <a:ext cx="6000000" cy="20000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OLE with a picture</a:t>
            </a:r>
            <a:endParaRPr lang="en-US" dirty="0"/>
          </a:p>
        </p:txBody>
      </p:sp>
      <p:graphicFrame>
        <p:nvGraphicFramePr>
          <p:cNvPr id="3" name="Object"/>
          <p:cNvGraphicFramePr>
            <a:graphicFrameLocks noChangeAspect="1"/>
          </p:cNvGraphicFramePr>
          <p:nvPr/>
        </p:nvGraphicFramePr>
        <p:xfrm>
          <a:off x="914400" y="1828800"/>
          <a:ext cx="2743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imgW="3000000" imgH="1500000" progId="Excel.Sheet.12">
                  <p:embed/>
                </p:oleObj>
              </mc:Choice>
              <mc:Fallback>
                <p:oleObj name="Worksheet" imgW="3000000" imgH="150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828800"/>
                        <a:ext cx="27432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OLE with only an EMF</a:t>
            </a:r>
            <a:endParaRPr lang="en-US" dirty="0"/>
          </a:p>
        </p:txBody>
      </p:sp>
      <p:graphicFrame>
        <p:nvGraphicFramePr>
          <p:cNvPr id="3" name="Object"/>
          <p:cNvGraphicFramePr>
            <a:graphicFrameLocks noChangeAspect="1"/>
          </p:cNvGraphicFramePr>
          <p:nvPr/>
        </p:nvGraphicFramePr>
        <p:xfrm>
          <a:off x="914400" y="1828800"/>
          <a:ext cx="2743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imgW="3000000" imgH="1500000" progId="Excel.Sheet.12">
                  <p:embed/>
                </p:oleObj>
              </mc:Choice>
              <mc:Fallback>
                <p:oleObj name="Worksheet" imgW="3000000" imgH="150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828800"/>
                        <a:ext cx="27432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Objects</dc:title>
  <dc:creator>Corpus</dc:creator>
  <dcterms:created xsi:type="dcterms:W3CDTF">2026-01-01T00:00:00Z</dcterms:created>
  <dcterms:modified xsi:type="dcterms:W3CDTF">2026-01-01T00:00:00Z</dcterms:modified>
</cp:coreProperties>
</file>